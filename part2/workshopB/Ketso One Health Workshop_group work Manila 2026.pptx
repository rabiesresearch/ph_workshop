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9" r:id="rId2"/>
    <p:sldMasterId id="2147483696" r:id="rId3"/>
    <p:sldMasterId id="2147483700" r:id="rId4"/>
    <p:sldMasterId id="2147483704" r:id="rId5"/>
  </p:sldMasterIdLst>
  <p:notesMasterIdLst>
    <p:notesMasterId r:id="rId17"/>
  </p:notesMasterIdLst>
  <p:sldIdLst>
    <p:sldId id="272" r:id="rId6"/>
    <p:sldId id="267" r:id="rId7"/>
    <p:sldId id="263" r:id="rId8"/>
    <p:sldId id="269" r:id="rId9"/>
    <p:sldId id="262" r:id="rId10"/>
    <p:sldId id="258" r:id="rId11"/>
    <p:sldId id="256" r:id="rId12"/>
    <p:sldId id="266" r:id="rId13"/>
    <p:sldId id="257" r:id="rId14"/>
    <p:sldId id="271" r:id="rId15"/>
    <p:sldId id="270" r:id="rId16"/>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54" autoAdjust="0"/>
    <p:restoredTop sz="89837" autoAdjust="0"/>
  </p:normalViewPr>
  <p:slideViewPr>
    <p:cSldViewPr snapToGrid="0">
      <p:cViewPr varScale="1">
        <p:scale>
          <a:sx n="80" d="100"/>
          <a:sy n="80" d="100"/>
        </p:scale>
        <p:origin x="21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E9F2D-0060-4798-A7DF-AD99A2AF5F58}" type="datetimeFigureOut">
              <a:rPr lang="en-AU" smtClean="0"/>
              <a:t>7/7/2026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D347FE-0A77-44B4-9B62-5CEBF2FE8858}" type="slidenum">
              <a:rPr lang="en-AU" smtClean="0"/>
              <a:t>‹#›</a:t>
            </a:fld>
            <a:endParaRPr lang="en-AU"/>
          </a:p>
        </p:txBody>
      </p:sp>
    </p:spTree>
    <p:extLst>
      <p:ext uri="{BB962C8B-B14F-4D97-AF65-F5344CB8AC3E}">
        <p14:creationId xmlns:p14="http://schemas.microsoft.com/office/powerpoint/2010/main" val="698305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was a method I used while investigating farming practices among fish farmers (including whether they vaccinate their fish!!).  It was a really useful way to </a:t>
            </a:r>
            <a:r>
              <a:rPr lang="en-US" dirty="0" err="1"/>
              <a:t>to</a:t>
            </a:r>
            <a:r>
              <a:rPr lang="en-US" dirty="0"/>
              <a:t> bring stakeholders together to identify issues, potential solutions and then </a:t>
            </a:r>
            <a:r>
              <a:rPr lang="en-US" dirty="0" err="1"/>
              <a:t>prioritise</a:t>
            </a:r>
            <a:r>
              <a:rPr lang="en-US" dirty="0"/>
              <a:t> what to do first.  The colleague who introduced me to it had previously used it to bring together Massai warriors to talk about brucellosis prevention</a:t>
            </a:r>
            <a:endParaRPr lang="en-AU" dirty="0"/>
          </a:p>
        </p:txBody>
      </p:sp>
      <p:sp>
        <p:nvSpPr>
          <p:cNvPr id="4" name="Slide Number Placeholder 3"/>
          <p:cNvSpPr>
            <a:spLocks noGrp="1"/>
          </p:cNvSpPr>
          <p:nvPr>
            <p:ph type="sldNum" sz="quarter" idx="5"/>
          </p:nvPr>
        </p:nvSpPr>
        <p:spPr/>
        <p:txBody>
          <a:bodyPr/>
          <a:lstStyle/>
          <a:p>
            <a:fld id="{3AD347FE-0A77-44B4-9B62-5CEBF2FE8858}" type="slidenum">
              <a:rPr lang="en-AU" smtClean="0"/>
              <a:t>3</a:t>
            </a:fld>
            <a:endParaRPr lang="en-AU"/>
          </a:p>
        </p:txBody>
      </p:sp>
    </p:spTree>
    <p:extLst>
      <p:ext uri="{BB962C8B-B14F-4D97-AF65-F5344CB8AC3E}">
        <p14:creationId xmlns:p14="http://schemas.microsoft.com/office/powerpoint/2010/main" val="1021325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58DE-1A4E-9FFD-4F6C-F74CCCD80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55ECC-2FB5-CC9D-6739-596EDF2E1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719F6-2274-0DFC-73E4-57CD0194B915}"/>
              </a:ext>
            </a:extLst>
          </p:cNvPr>
          <p:cNvSpPr>
            <a:spLocks noGrp="1"/>
          </p:cNvSpPr>
          <p:nvPr>
            <p:ph type="body" idx="1"/>
          </p:nvPr>
        </p:nvSpPr>
        <p:spPr/>
        <p:txBody>
          <a:bodyPr/>
          <a:lstStyle/>
          <a:p>
            <a:r>
              <a:rPr lang="en-US" dirty="0"/>
              <a:t>I’ll go into more detail in as we move through the process, but this is what the outputs will look like at the end of the day, just so you can see where we’re heading (explain each </a:t>
            </a:r>
            <a:r>
              <a:rPr lang="en-US" dirty="0" err="1"/>
              <a:t>ketso</a:t>
            </a:r>
            <a:r>
              <a:rPr lang="en-US" dirty="0"/>
              <a:t> board and what they represent)</a:t>
            </a:r>
            <a:endParaRPr lang="en-AU" dirty="0"/>
          </a:p>
        </p:txBody>
      </p:sp>
      <p:sp>
        <p:nvSpPr>
          <p:cNvPr id="4" name="Slide Number Placeholder 3">
            <a:extLst>
              <a:ext uri="{FF2B5EF4-FFF2-40B4-BE49-F238E27FC236}">
                <a16:creationId xmlns:a16="http://schemas.microsoft.com/office/drawing/2014/main" id="{50AE7400-2012-4465-B6D9-D1677E03458B}"/>
              </a:ext>
            </a:extLst>
          </p:cNvPr>
          <p:cNvSpPr>
            <a:spLocks noGrp="1"/>
          </p:cNvSpPr>
          <p:nvPr>
            <p:ph type="sldNum" sz="quarter" idx="5"/>
          </p:nvPr>
        </p:nvSpPr>
        <p:spPr/>
        <p:txBody>
          <a:bodyPr/>
          <a:lstStyle/>
          <a:p>
            <a:fld id="{3AD347FE-0A77-44B4-9B62-5CEBF2FE8858}" type="slidenum">
              <a:rPr lang="en-AU" smtClean="0"/>
              <a:t>4</a:t>
            </a:fld>
            <a:endParaRPr lang="en-AU"/>
          </a:p>
        </p:txBody>
      </p:sp>
    </p:spTree>
    <p:extLst>
      <p:ext uri="{BB962C8B-B14F-4D97-AF65-F5344CB8AC3E}">
        <p14:creationId xmlns:p14="http://schemas.microsoft.com/office/powerpoint/2010/main" val="395039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go into more detail in as we move through the process, but this is what the outputs will look like at the end of the day, just so you can see where we’re heading (explain each </a:t>
            </a:r>
            <a:r>
              <a:rPr lang="en-US" dirty="0" err="1"/>
              <a:t>ketso</a:t>
            </a:r>
            <a:r>
              <a:rPr lang="en-US" dirty="0"/>
              <a:t> board and what they represent)</a:t>
            </a:r>
            <a:endParaRPr lang="en-AU" dirty="0"/>
          </a:p>
        </p:txBody>
      </p:sp>
      <p:sp>
        <p:nvSpPr>
          <p:cNvPr id="4" name="Slide Number Placeholder 3"/>
          <p:cNvSpPr>
            <a:spLocks noGrp="1"/>
          </p:cNvSpPr>
          <p:nvPr>
            <p:ph type="sldNum" sz="quarter" idx="5"/>
          </p:nvPr>
        </p:nvSpPr>
        <p:spPr/>
        <p:txBody>
          <a:bodyPr/>
          <a:lstStyle/>
          <a:p>
            <a:fld id="{3AD347FE-0A77-44B4-9B62-5CEBF2FE8858}" type="slidenum">
              <a:rPr lang="en-AU" smtClean="0"/>
              <a:t>5</a:t>
            </a:fld>
            <a:endParaRPr lang="en-AU"/>
          </a:p>
        </p:txBody>
      </p:sp>
    </p:spTree>
    <p:extLst>
      <p:ext uri="{BB962C8B-B14F-4D97-AF65-F5344CB8AC3E}">
        <p14:creationId xmlns:p14="http://schemas.microsoft.com/office/powerpoint/2010/main" val="3694989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is for the 11am breakout group</a:t>
            </a:r>
            <a:endParaRPr lang="en-AU" dirty="0"/>
          </a:p>
        </p:txBody>
      </p:sp>
      <p:sp>
        <p:nvSpPr>
          <p:cNvPr id="4" name="Slide Number Placeholder 3"/>
          <p:cNvSpPr>
            <a:spLocks noGrp="1"/>
          </p:cNvSpPr>
          <p:nvPr>
            <p:ph type="sldNum" sz="quarter" idx="5"/>
          </p:nvPr>
        </p:nvSpPr>
        <p:spPr/>
        <p:txBody>
          <a:bodyPr/>
          <a:lstStyle/>
          <a:p>
            <a:fld id="{3AD347FE-0A77-44B4-9B62-5CEBF2FE8858}" type="slidenum">
              <a:rPr lang="en-AU" smtClean="0"/>
              <a:t>6</a:t>
            </a:fld>
            <a:endParaRPr lang="en-AU"/>
          </a:p>
        </p:txBody>
      </p:sp>
    </p:spTree>
    <p:extLst>
      <p:ext uri="{BB962C8B-B14F-4D97-AF65-F5344CB8AC3E}">
        <p14:creationId xmlns:p14="http://schemas.microsoft.com/office/powerpoint/2010/main" val="2832126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is for the 1:30 session</a:t>
            </a:r>
            <a:endParaRPr lang="en-AU" dirty="0"/>
          </a:p>
        </p:txBody>
      </p:sp>
      <p:sp>
        <p:nvSpPr>
          <p:cNvPr id="4" name="Slide Number Placeholder 3"/>
          <p:cNvSpPr>
            <a:spLocks noGrp="1"/>
          </p:cNvSpPr>
          <p:nvPr>
            <p:ph type="sldNum" sz="quarter" idx="5"/>
          </p:nvPr>
        </p:nvSpPr>
        <p:spPr/>
        <p:txBody>
          <a:bodyPr/>
          <a:lstStyle/>
          <a:p>
            <a:fld id="{3AD347FE-0A77-44B4-9B62-5CEBF2FE8858}" type="slidenum">
              <a:rPr lang="en-AU" smtClean="0"/>
              <a:t>8</a:t>
            </a:fld>
            <a:endParaRPr lang="en-AU"/>
          </a:p>
        </p:txBody>
      </p:sp>
    </p:spTree>
    <p:extLst>
      <p:ext uri="{BB962C8B-B14F-4D97-AF65-F5344CB8AC3E}">
        <p14:creationId xmlns:p14="http://schemas.microsoft.com/office/powerpoint/2010/main" val="1514725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AD347FE-0A77-44B4-9B62-5CEBF2FE8858}" type="slidenum">
              <a:rPr lang="en-AU" smtClean="0"/>
              <a:t>10</a:t>
            </a:fld>
            <a:endParaRPr lang="en-AU"/>
          </a:p>
        </p:txBody>
      </p:sp>
    </p:spTree>
    <p:extLst>
      <p:ext uri="{BB962C8B-B14F-4D97-AF65-F5344CB8AC3E}">
        <p14:creationId xmlns:p14="http://schemas.microsoft.com/office/powerpoint/2010/main" val="1836812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hyperlink" Target="mailto:first.last@sydney.edu.au" TargetMode="External"/><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492443"/>
          </a:xfrm>
        </p:spPr>
        <p:txBody>
          <a:bodyPr lIns="0" tIns="0" rIns="0" bIns="0"/>
          <a:lstStyle>
            <a:lvl1pPr>
              <a:defRPr sz="3200" b="0" i="0">
                <a:solidFill>
                  <a:schemeClr val="accent1"/>
                </a:solidFill>
                <a:latin typeface="Times" pitchFamily="2" charset="0"/>
                <a:cs typeface="Times New Roman"/>
              </a:defRPr>
            </a:lvl1pPr>
          </a:lstStyle>
          <a:p>
            <a:r>
              <a:rPr lang="en-AU" dirty="0"/>
              <a:t>Title only</a:t>
            </a:r>
            <a:endParaRPr dirty="0"/>
          </a:p>
        </p:txBody>
      </p:sp>
    </p:spTree>
    <p:extLst>
      <p:ext uri="{BB962C8B-B14F-4D97-AF65-F5344CB8AC3E}">
        <p14:creationId xmlns:p14="http://schemas.microsoft.com/office/powerpoint/2010/main" val="86361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o title (line and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277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Footer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195D-1D75-7971-7AE4-F2EDDB4FE0DC}"/>
              </a:ext>
              <a:ext uri="{C183D7F6-B498-43B3-948B-1728B52AA6E4}">
                <adec:decorative xmlns:adec="http://schemas.microsoft.com/office/drawing/2017/decorative" val="1"/>
              </a:ext>
            </a:extLst>
          </p:cNvPr>
          <p:cNvSpPr/>
          <p:nvPr/>
        </p:nvSpPr>
        <p:spPr>
          <a:xfrm>
            <a:off x="0" y="0"/>
            <a:ext cx="12192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861249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BF0C12-4EFA-AA48-3CFD-E595F2CE757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18495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 Sandstone background">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492443"/>
          </a:xfrm>
        </p:spPr>
        <p:txBody>
          <a:bodyPr lIns="0" tIns="0" rIns="0" bIns="0"/>
          <a:lstStyle>
            <a:lvl1pPr>
              <a:defRPr sz="3200" b="0" i="0">
                <a:solidFill>
                  <a:schemeClr val="accent1"/>
                </a:solidFill>
                <a:latin typeface="Times" pitchFamily="2" charset="0"/>
                <a:cs typeface="Times New Roman"/>
              </a:defRPr>
            </a:lvl1pPr>
          </a:lstStyle>
          <a:p>
            <a:r>
              <a:rPr lang="en-AU" dirty="0"/>
              <a:t>Title only – Sandstone background</a:t>
            </a:r>
            <a:endParaRPr dirty="0"/>
          </a:p>
        </p:txBody>
      </p:sp>
    </p:spTree>
    <p:extLst>
      <p:ext uri="{BB962C8B-B14F-4D97-AF65-F5344CB8AC3E}">
        <p14:creationId xmlns:p14="http://schemas.microsoft.com/office/powerpoint/2010/main" val="94164476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Only - Light Grey backgroun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492443"/>
          </a:xfrm>
        </p:spPr>
        <p:txBody>
          <a:bodyPr lIns="0" tIns="0" rIns="0" bIns="0"/>
          <a:lstStyle>
            <a:lvl1pPr>
              <a:defRPr sz="3200" b="0" i="0">
                <a:solidFill>
                  <a:schemeClr val="accent1"/>
                </a:solidFill>
                <a:latin typeface="Times" pitchFamily="2" charset="0"/>
                <a:cs typeface="Times New Roman"/>
              </a:defRPr>
            </a:lvl1pPr>
          </a:lstStyle>
          <a:p>
            <a:r>
              <a:rPr lang="en-AU" dirty="0"/>
              <a:t>Title only – light grey background</a:t>
            </a:r>
            <a:endParaRPr dirty="0"/>
          </a:p>
        </p:txBody>
      </p:sp>
    </p:spTree>
    <p:extLst>
      <p:ext uri="{BB962C8B-B14F-4D97-AF65-F5344CB8AC3E}">
        <p14:creationId xmlns:p14="http://schemas.microsoft.com/office/powerpoint/2010/main" val="13675245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1 column text box</a:t>
            </a:r>
            <a:br>
              <a:rPr lang="en-US" dirty="0"/>
            </a:br>
            <a:r>
              <a:rPr lang="en-US" dirty="0"/>
              <a:t>Small body copy</a:t>
            </a:r>
            <a:endParaRPr dirty="0"/>
          </a:p>
        </p:txBody>
      </p:sp>
      <p:sp>
        <p:nvSpPr>
          <p:cNvPr id="8" name="Placeholder text 2">
            <a:extLst>
              <a:ext uri="{FF2B5EF4-FFF2-40B4-BE49-F238E27FC236}">
                <a16:creationId xmlns:a16="http://schemas.microsoft.com/office/drawing/2014/main" id="{4750A85D-7EC4-4F3C-A957-3387FB721759}"/>
              </a:ext>
            </a:extLst>
          </p:cNvPr>
          <p:cNvSpPr>
            <a:spLocks noGrp="1"/>
          </p:cNvSpPr>
          <p:nvPr>
            <p:ph type="body" idx="1" hasCustomPrompt="1"/>
          </p:nvPr>
        </p:nvSpPr>
        <p:spPr>
          <a:xfrm>
            <a:off x="2523067" y="2404532"/>
            <a:ext cx="8898467" cy="3708400"/>
          </a:xfrm>
          <a:prstGeom prst="rect">
            <a:avLst/>
          </a:prstGeom>
        </p:spPr>
        <p:txBody>
          <a:bodyPr lIns="0" tIns="0" rIns="0" bIns="0" numCol="1" spcCol="252000"/>
          <a:lstStyle>
            <a:lvl1pPr marL="228594" indent="-228594">
              <a:buFont typeface="System Font Regular"/>
              <a:buChar char="-"/>
              <a:defRPr sz="1333" b="0" i="0">
                <a:solidFill>
                  <a:srgbClr val="3C3C3B"/>
                </a:solidFill>
                <a:latin typeface="Arial"/>
                <a:cs typeface="Arial"/>
              </a:defRPr>
            </a:lvl1pPr>
            <a:lvl2pPr marL="838179" indent="-228594">
              <a:buFont typeface="System Font Regular"/>
              <a:buChar char="-"/>
              <a:defRPr sz="1333"/>
            </a:lvl2pPr>
          </a:lstStyle>
          <a:p>
            <a:r>
              <a:rPr lang="en-AU" dirty="0"/>
              <a:t>Click to add text</a:t>
            </a:r>
            <a:endParaRPr dirty="0"/>
          </a:p>
        </p:txBody>
      </p:sp>
    </p:spTree>
    <p:extLst>
      <p:ext uri="{BB962C8B-B14F-4D97-AF65-F5344CB8AC3E}">
        <p14:creationId xmlns:p14="http://schemas.microsoft.com/office/powerpoint/2010/main" val="257963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2 column text box</a:t>
            </a:r>
            <a:br>
              <a:rPr lang="en-US" dirty="0"/>
            </a:br>
            <a:r>
              <a:rPr lang="en-US" dirty="0"/>
              <a:t>Small body copy</a:t>
            </a:r>
            <a:endParaRPr dirty="0"/>
          </a:p>
        </p:txBody>
      </p:sp>
      <p:sp>
        <p:nvSpPr>
          <p:cNvPr id="6" name="Text Placeholder 2">
            <a:extLst>
              <a:ext uri="{FF2B5EF4-FFF2-40B4-BE49-F238E27FC236}">
                <a16:creationId xmlns:a16="http://schemas.microsoft.com/office/drawing/2014/main" id="{38B76861-0B8E-1907-DDCC-D9BE0F72992B}"/>
              </a:ext>
            </a:extLst>
          </p:cNvPr>
          <p:cNvSpPr>
            <a:spLocks noGrp="1"/>
          </p:cNvSpPr>
          <p:nvPr>
            <p:ph type="body" idx="1" hasCustomPrompt="1"/>
          </p:nvPr>
        </p:nvSpPr>
        <p:spPr>
          <a:xfrm>
            <a:off x="2523067" y="2404532"/>
            <a:ext cx="8898467" cy="3708400"/>
          </a:xfrm>
          <a:prstGeom prst="rect">
            <a:avLst/>
          </a:prstGeom>
        </p:spPr>
        <p:txBody>
          <a:bodyPr lIns="0" tIns="0" rIns="0" bIns="0" numCol="2" spcCol="252000"/>
          <a:lstStyle>
            <a:lvl1pPr marL="228594" indent="-228594">
              <a:buFont typeface="System Font Regular"/>
              <a:buChar char="-"/>
              <a:defRPr sz="1333" b="0" i="0">
                <a:solidFill>
                  <a:srgbClr val="3C3C3B"/>
                </a:solidFill>
                <a:latin typeface="Arial"/>
                <a:cs typeface="Arial"/>
              </a:defRPr>
            </a:lvl1pPr>
            <a:lvl2pPr marL="838179" indent="-228594">
              <a:buFont typeface="System Font Regular"/>
              <a:buChar char="-"/>
              <a:defRPr sz="1333"/>
            </a:lvl2pPr>
          </a:lstStyle>
          <a:p>
            <a:r>
              <a:rPr lang="en-AU" dirty="0"/>
              <a:t>Click to add text</a:t>
            </a:r>
            <a:endParaRPr dirty="0"/>
          </a:p>
        </p:txBody>
      </p:sp>
    </p:spTree>
    <p:extLst>
      <p:ext uri="{BB962C8B-B14F-4D97-AF65-F5344CB8AC3E}">
        <p14:creationId xmlns:p14="http://schemas.microsoft.com/office/powerpoint/2010/main" val="4051251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lumn,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3 column text box</a:t>
            </a:r>
            <a:br>
              <a:rPr lang="en-US" dirty="0"/>
            </a:br>
            <a:r>
              <a:rPr lang="en-US" dirty="0"/>
              <a:t>Small body copy</a:t>
            </a:r>
            <a:endParaRPr dirty="0"/>
          </a:p>
        </p:txBody>
      </p:sp>
      <p:sp>
        <p:nvSpPr>
          <p:cNvPr id="7" name="Text Placeholder 2">
            <a:extLst>
              <a:ext uri="{FF2B5EF4-FFF2-40B4-BE49-F238E27FC236}">
                <a16:creationId xmlns:a16="http://schemas.microsoft.com/office/drawing/2014/main" id="{F691CD0B-A249-E00E-D26B-FCB09FEB6123}"/>
              </a:ext>
            </a:extLst>
          </p:cNvPr>
          <p:cNvSpPr>
            <a:spLocks noGrp="1"/>
          </p:cNvSpPr>
          <p:nvPr>
            <p:ph type="body" idx="1" hasCustomPrompt="1"/>
          </p:nvPr>
        </p:nvSpPr>
        <p:spPr>
          <a:xfrm>
            <a:off x="2523067" y="2404532"/>
            <a:ext cx="8898467" cy="3708400"/>
          </a:xfrm>
          <a:prstGeom prst="rect">
            <a:avLst/>
          </a:prstGeom>
        </p:spPr>
        <p:txBody>
          <a:bodyPr lIns="0" tIns="0" rIns="0" bIns="0" numCol="3" spcCol="252000"/>
          <a:lstStyle>
            <a:lvl1pPr marL="228594" indent="-228594">
              <a:buFont typeface="System Font Regular"/>
              <a:buChar char="-"/>
              <a:defRPr sz="1333" b="0" i="0">
                <a:solidFill>
                  <a:srgbClr val="3C3C3B"/>
                </a:solidFill>
                <a:latin typeface="Arial"/>
                <a:cs typeface="Arial"/>
              </a:defRPr>
            </a:lvl1pPr>
            <a:lvl2pPr marL="838179" indent="-228594">
              <a:buFont typeface="System Font Regular"/>
              <a:buChar char="-"/>
              <a:defRPr sz="1333"/>
            </a:lvl2pPr>
          </a:lstStyle>
          <a:p>
            <a:r>
              <a:rPr lang="en-AU"/>
              <a:t>Text Placeholder 2</a:t>
            </a:r>
            <a:endParaRPr dirty="0"/>
          </a:p>
        </p:txBody>
      </p:sp>
    </p:spTree>
    <p:extLst>
      <p:ext uri="{BB962C8B-B14F-4D97-AF65-F5344CB8AC3E}">
        <p14:creationId xmlns:p14="http://schemas.microsoft.com/office/powerpoint/2010/main" val="1827024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1 column text box</a:t>
            </a:r>
            <a:br>
              <a:rPr lang="en-US" dirty="0"/>
            </a:br>
            <a:r>
              <a:rPr lang="en-US" dirty="0"/>
              <a:t>Medium body copy</a:t>
            </a:r>
            <a:endParaRPr dirty="0"/>
          </a:p>
        </p:txBody>
      </p:sp>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2508251" y="2413000"/>
            <a:ext cx="8913283" cy="36745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4690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2 column text box</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5AE129D5-BC83-5BC6-7696-A62ABBA7068D}"/>
              </a:ext>
            </a:extLst>
          </p:cNvPr>
          <p:cNvSpPr>
            <a:spLocks noGrp="1"/>
          </p:cNvSpPr>
          <p:nvPr>
            <p:ph type="body" sz="quarter" idx="10"/>
          </p:nvPr>
        </p:nvSpPr>
        <p:spPr>
          <a:xfrm>
            <a:off x="2508251" y="2413000"/>
            <a:ext cx="4298949" cy="36745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a:extLst>
              <a:ext uri="{FF2B5EF4-FFF2-40B4-BE49-F238E27FC236}">
                <a16:creationId xmlns:a16="http://schemas.microsoft.com/office/drawing/2014/main" id="{AEE874E2-82AB-542D-E56B-2FB8466A88DC}"/>
              </a:ext>
            </a:extLst>
          </p:cNvPr>
          <p:cNvSpPr>
            <a:spLocks noGrp="1"/>
          </p:cNvSpPr>
          <p:nvPr>
            <p:ph type="body" sz="quarter" idx="11"/>
          </p:nvPr>
        </p:nvSpPr>
        <p:spPr>
          <a:xfrm>
            <a:off x="7107959" y="2413000"/>
            <a:ext cx="4298949" cy="36745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0987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olumn, medium body copy 13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3 column text box</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A89C3E4A-3CEE-6A06-BFB0-526F77478D2D}"/>
              </a:ext>
            </a:extLst>
          </p:cNvPr>
          <p:cNvSpPr>
            <a:spLocks noGrp="1"/>
          </p:cNvSpPr>
          <p:nvPr>
            <p:ph type="body" sz="quarter" idx="10"/>
          </p:nvPr>
        </p:nvSpPr>
        <p:spPr>
          <a:xfrm>
            <a:off x="2508251" y="2419772"/>
            <a:ext cx="2606443" cy="36745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p:txBody>
      </p:sp>
      <p:sp>
        <p:nvSpPr>
          <p:cNvPr id="5" name="Text Placeholder 3">
            <a:extLst>
              <a:ext uri="{FF2B5EF4-FFF2-40B4-BE49-F238E27FC236}">
                <a16:creationId xmlns:a16="http://schemas.microsoft.com/office/drawing/2014/main" id="{1DFC8A7E-2401-E620-E338-5D28D2506876}"/>
              </a:ext>
            </a:extLst>
          </p:cNvPr>
          <p:cNvSpPr>
            <a:spLocks noGrp="1"/>
          </p:cNvSpPr>
          <p:nvPr>
            <p:ph type="body" sz="quarter" idx="14"/>
          </p:nvPr>
        </p:nvSpPr>
        <p:spPr>
          <a:xfrm>
            <a:off x="5667087" y="2419772"/>
            <a:ext cx="2606443" cy="36745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p:txBody>
      </p:sp>
      <p:sp>
        <p:nvSpPr>
          <p:cNvPr id="6" name="Text Placeholder 4">
            <a:extLst>
              <a:ext uri="{FF2B5EF4-FFF2-40B4-BE49-F238E27FC236}">
                <a16:creationId xmlns:a16="http://schemas.microsoft.com/office/drawing/2014/main" id="{E104634B-900F-6E88-EAFF-FBF5C77F1AED}"/>
              </a:ext>
            </a:extLst>
          </p:cNvPr>
          <p:cNvSpPr>
            <a:spLocks noGrp="1"/>
          </p:cNvSpPr>
          <p:nvPr>
            <p:ph type="body" sz="quarter" idx="15"/>
          </p:nvPr>
        </p:nvSpPr>
        <p:spPr>
          <a:xfrm>
            <a:off x="8726169" y="2419772"/>
            <a:ext cx="2606443" cy="36745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78136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large body copy 18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984885"/>
          </a:xfrm>
        </p:spPr>
        <p:txBody>
          <a:bodyPr lIns="0" tIns="0" rIns="0" bIns="0"/>
          <a:lstStyle>
            <a:lvl1pPr>
              <a:defRPr sz="3200" b="0" i="0">
                <a:solidFill>
                  <a:srgbClr val="E64626"/>
                </a:solidFill>
                <a:latin typeface="Times" pitchFamily="2" charset="0"/>
                <a:cs typeface="Times New Roman"/>
              </a:defRPr>
            </a:lvl1pPr>
          </a:lstStyle>
          <a:p>
            <a:r>
              <a:rPr lang="en-US" dirty="0"/>
              <a:t>Title and 1 column text box</a:t>
            </a:r>
            <a:br>
              <a:rPr lang="en-US" dirty="0"/>
            </a:br>
            <a:r>
              <a:rPr lang="en-US" dirty="0"/>
              <a:t>Large body copy</a:t>
            </a:r>
            <a:endParaRPr dirty="0"/>
          </a:p>
        </p:txBody>
      </p:sp>
      <p:sp>
        <p:nvSpPr>
          <p:cNvPr id="6" name="Text Placeholder 2">
            <a:extLst>
              <a:ext uri="{FF2B5EF4-FFF2-40B4-BE49-F238E27FC236}">
                <a16:creationId xmlns:a16="http://schemas.microsoft.com/office/drawing/2014/main" id="{2025C77E-CD2E-BA7A-975E-54EF9CC46D9B}"/>
              </a:ext>
            </a:extLst>
          </p:cNvPr>
          <p:cNvSpPr>
            <a:spLocks noGrp="1"/>
          </p:cNvSpPr>
          <p:nvPr>
            <p:ph type="body" sz="quarter" idx="10"/>
          </p:nvPr>
        </p:nvSpPr>
        <p:spPr>
          <a:xfrm>
            <a:off x="2508251" y="2413000"/>
            <a:ext cx="8913283" cy="3674533"/>
          </a:xfrm>
        </p:spPr>
        <p:txBody>
          <a:bodyPr/>
          <a:lstStyle>
            <a:lvl1pPr marL="228594" indent="-228594">
              <a:buClr>
                <a:schemeClr val="tx1"/>
              </a:buClr>
              <a:buFont typeface="System Font Regular"/>
              <a:buChar char="-"/>
              <a:defRPr sz="2400">
                <a:latin typeface="+mn-lt"/>
              </a:defRPr>
            </a:lvl1pPr>
            <a:lvl2pPr marL="838179" indent="-228594">
              <a:buClr>
                <a:schemeClr val="tx1"/>
              </a:buClr>
              <a:buFont typeface="System Font Regular"/>
              <a:buChar char="-"/>
              <a:defRPr sz="2400">
                <a:latin typeface="+mn-lt"/>
              </a:defRPr>
            </a:lvl2pPr>
            <a:lvl3pPr marL="1447764" indent="-228594">
              <a:buClr>
                <a:schemeClr val="tx1"/>
              </a:buClr>
              <a:buFont typeface="System Font Regular"/>
              <a:buChar char="-"/>
              <a:defRPr sz="2400">
                <a:latin typeface="+mn-lt"/>
              </a:defRPr>
            </a:lvl3pPr>
            <a:lvl4pPr marL="2057349" indent="-228594">
              <a:buClr>
                <a:schemeClr val="tx1"/>
              </a:buClr>
              <a:buFont typeface="System Font Regular"/>
              <a:buChar char="-"/>
              <a:defRPr sz="2400">
                <a:latin typeface="+mn-lt"/>
              </a:defRPr>
            </a:lvl4pPr>
            <a:lvl5pPr marL="2666933" indent="-228594">
              <a:buClr>
                <a:schemeClr val="tx1"/>
              </a:buClr>
              <a:buFont typeface="System Font Regular"/>
              <a:buChar cha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53953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1 object">
    <p:spTree>
      <p:nvGrpSpPr>
        <p:cNvPr id="1" name=""/>
        <p:cNvGrpSpPr/>
        <p:nvPr/>
      </p:nvGrpSpPr>
      <p:grpSpPr>
        <a:xfrm>
          <a:off x="0" y="0"/>
          <a:ext cx="0" cy="0"/>
          <a:chOff x="0" y="0"/>
          <a:chExt cx="0" cy="0"/>
        </a:xfrm>
      </p:grpSpPr>
      <p:sp>
        <p:nvSpPr>
          <p:cNvPr id="16" name="bg object 3"/>
          <p:cNvSpPr/>
          <p:nvPr/>
        </p:nvSpPr>
        <p:spPr>
          <a:xfrm>
            <a:off x="762000" y="768349"/>
            <a:ext cx="12192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sz="2400"/>
          </a:p>
        </p:txBody>
      </p:sp>
      <p:sp>
        <p:nvSpPr>
          <p:cNvPr id="2" name="Title 1"/>
          <p:cNvSpPr>
            <a:spLocks noGrp="1"/>
          </p:cNvSpPr>
          <p:nvPr>
            <p:ph type="title" hasCustomPrompt="1"/>
          </p:nvPr>
        </p:nvSpPr>
        <p:spPr>
          <a:xfrm>
            <a:off x="770467" y="982131"/>
            <a:ext cx="10651067" cy="492443"/>
          </a:xfrm>
        </p:spPr>
        <p:txBody>
          <a:bodyPr lIns="0" tIns="0" rIns="0" bIns="0"/>
          <a:lstStyle>
            <a:lvl1pPr>
              <a:defRPr sz="3200" b="0" i="0">
                <a:solidFill>
                  <a:srgbClr val="E64626"/>
                </a:solidFill>
                <a:latin typeface="Times" pitchFamily="2" charset="0"/>
                <a:cs typeface="Times New Roman"/>
              </a:defRPr>
            </a:lvl1pPr>
          </a:lstStyle>
          <a:p>
            <a:r>
              <a:rPr lang="en-AU" dirty="0"/>
              <a:t>Title and 1 object</a:t>
            </a:r>
            <a:endParaRPr dirty="0"/>
          </a:p>
        </p:txBody>
      </p:sp>
      <p:sp>
        <p:nvSpPr>
          <p:cNvPr id="5" name="Text Placeholder 2">
            <a:extLst>
              <a:ext uri="{FF2B5EF4-FFF2-40B4-BE49-F238E27FC236}">
                <a16:creationId xmlns:a16="http://schemas.microsoft.com/office/drawing/2014/main" id="{87CDED4A-4823-EF24-3881-13F93D526601}"/>
              </a:ext>
            </a:extLst>
          </p:cNvPr>
          <p:cNvSpPr>
            <a:spLocks noGrp="1"/>
          </p:cNvSpPr>
          <p:nvPr>
            <p:ph sz="half" idx="2" hasCustomPrompt="1"/>
          </p:nvPr>
        </p:nvSpPr>
        <p:spPr>
          <a:xfrm>
            <a:off x="2508251" y="2403056"/>
            <a:ext cx="8913283" cy="3684477"/>
          </a:xfrm>
          <a:prstGeom prst="rect">
            <a:avLst/>
          </a:prstGeom>
          <a:noFill/>
        </p:spPr>
        <p:txBody>
          <a:bodyPr wrap="square" lIns="0" tIns="0" rIns="0" bIns="0">
            <a:noAutofit/>
          </a:bodyPr>
          <a:lstStyle>
            <a:lvl1pPr marL="0" indent="0">
              <a:buFont typeface="System Font Regular"/>
              <a:buNone/>
              <a:defRPr sz="1333"/>
            </a:lvl1pPr>
            <a:lvl2pPr>
              <a:defRPr sz="1333"/>
            </a:lvl2pPr>
          </a:lstStyle>
          <a:p>
            <a:pPr marL="228594" marR="0" lvl="0" indent="-228594" defTabSz="1219170" eaLnBrk="1" fontAlgn="auto" latinLnBrk="0" hangingPunct="1">
              <a:lnSpc>
                <a:spcPct val="100000"/>
              </a:lnSpc>
              <a:spcBef>
                <a:spcPts val="0"/>
              </a:spcBef>
              <a:spcAft>
                <a:spcPts val="0"/>
              </a:spcAft>
              <a:buClr>
                <a:schemeClr val="tx2"/>
              </a:buClr>
              <a:buSzTx/>
              <a:buFont typeface="System Font Regular"/>
              <a:buChar char="-"/>
              <a:tabLst/>
              <a:defRPr/>
            </a:pPr>
            <a:r>
              <a:rPr lang="en-AU" dirty="0"/>
              <a:t>Click to add text or click on icon </a:t>
            </a:r>
            <a:br>
              <a:rPr lang="en-AU" dirty="0"/>
            </a:br>
            <a:r>
              <a:rPr lang="en-AU" dirty="0"/>
              <a:t>below to add object’</a:t>
            </a:r>
          </a:p>
        </p:txBody>
      </p:sp>
      <p:sp>
        <p:nvSpPr>
          <p:cNvPr id="3" name="object 4">
            <a:extLst>
              <a:ext uri="{FF2B5EF4-FFF2-40B4-BE49-F238E27FC236}">
                <a16:creationId xmlns:a16="http://schemas.microsoft.com/office/drawing/2014/main" id="{072B83BE-F949-7430-0580-E28A8377541C}"/>
              </a:ext>
            </a:extLst>
          </p:cNvPr>
          <p:cNvSpPr txBox="1"/>
          <p:nvPr/>
        </p:nvSpPr>
        <p:spPr>
          <a:xfrm>
            <a:off x="757767" y="6300857"/>
            <a:ext cx="1257300" cy="139419"/>
          </a:xfrm>
          <a:prstGeom prst="rect">
            <a:avLst/>
          </a:prstGeom>
        </p:spPr>
        <p:txBody>
          <a:bodyPr vert="horz" wrap="square" lIns="0" tIns="5927" rIns="0" bIns="0" rtlCol="0">
            <a:spAutoFit/>
          </a:bodyPr>
          <a:lstStyle/>
          <a:p>
            <a:pPr marL="16933">
              <a:lnSpc>
                <a:spcPct val="100000"/>
              </a:lnSpc>
              <a:spcBef>
                <a:spcPts val="47"/>
              </a:spcBef>
            </a:pPr>
            <a:r>
              <a:rPr sz="867" dirty="0">
                <a:solidFill>
                  <a:srgbClr val="3C3C3B"/>
                </a:solidFill>
                <a:latin typeface="Arial"/>
                <a:cs typeface="Arial"/>
              </a:rPr>
              <a:t>The</a:t>
            </a:r>
            <a:r>
              <a:rPr sz="867" spc="20" dirty="0">
                <a:solidFill>
                  <a:srgbClr val="3C3C3B"/>
                </a:solidFill>
                <a:latin typeface="Arial"/>
                <a:cs typeface="Arial"/>
              </a:rPr>
              <a:t> </a:t>
            </a:r>
            <a:r>
              <a:rPr sz="867" spc="-13" dirty="0">
                <a:solidFill>
                  <a:srgbClr val="3C3C3B"/>
                </a:solidFill>
                <a:latin typeface="Arial"/>
                <a:cs typeface="Arial"/>
              </a:rPr>
              <a:t>University</a:t>
            </a:r>
            <a:r>
              <a:rPr sz="867" spc="13" dirty="0">
                <a:solidFill>
                  <a:srgbClr val="3C3C3B"/>
                </a:solidFill>
                <a:latin typeface="Arial"/>
                <a:cs typeface="Arial"/>
              </a:rPr>
              <a:t> </a:t>
            </a:r>
            <a:r>
              <a:rPr sz="867" dirty="0">
                <a:solidFill>
                  <a:srgbClr val="3C3C3B"/>
                </a:solidFill>
                <a:latin typeface="Arial"/>
                <a:cs typeface="Arial"/>
              </a:rPr>
              <a:t>of</a:t>
            </a:r>
            <a:r>
              <a:rPr sz="867" spc="20" dirty="0">
                <a:solidFill>
                  <a:srgbClr val="3C3C3B"/>
                </a:solidFill>
                <a:latin typeface="Arial"/>
                <a:cs typeface="Arial"/>
              </a:rPr>
              <a:t> </a:t>
            </a:r>
            <a:r>
              <a:rPr sz="867" spc="-13" dirty="0">
                <a:solidFill>
                  <a:srgbClr val="3C3C3B"/>
                </a:solidFill>
                <a:latin typeface="Arial"/>
                <a:cs typeface="Arial"/>
              </a:rPr>
              <a:t>Sydney</a:t>
            </a:r>
            <a:endParaRPr sz="867" dirty="0">
              <a:latin typeface="Arial"/>
              <a:cs typeface="Arial"/>
            </a:endParaRPr>
          </a:p>
        </p:txBody>
      </p:sp>
    </p:spTree>
    <p:extLst>
      <p:ext uri="{BB962C8B-B14F-4D97-AF65-F5344CB8AC3E}">
        <p14:creationId xmlns:p14="http://schemas.microsoft.com/office/powerpoint/2010/main" val="10357924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2 obje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492443"/>
          </a:xfrm>
        </p:spPr>
        <p:txBody>
          <a:bodyPr lIns="0" tIns="0" rIns="0" bIns="0"/>
          <a:lstStyle>
            <a:lvl1pPr>
              <a:defRPr sz="3200" b="0" i="0">
                <a:solidFill>
                  <a:srgbClr val="E64626"/>
                </a:solidFill>
                <a:latin typeface="Times" pitchFamily="2" charset="0"/>
                <a:cs typeface="Times New Roman"/>
              </a:defRPr>
            </a:lvl1pPr>
          </a:lstStyle>
          <a:p>
            <a:r>
              <a:rPr lang="en-AU" dirty="0"/>
              <a:t>Title and 2 objects</a:t>
            </a:r>
            <a:endParaRPr dirty="0"/>
          </a:p>
        </p:txBody>
      </p:sp>
      <p:sp>
        <p:nvSpPr>
          <p:cNvPr id="3" name="Text Placeholder 2"/>
          <p:cNvSpPr>
            <a:spLocks noGrp="1"/>
          </p:cNvSpPr>
          <p:nvPr>
            <p:ph sz="half" idx="2" hasCustomPrompt="1"/>
          </p:nvPr>
        </p:nvSpPr>
        <p:spPr>
          <a:xfrm>
            <a:off x="2508251" y="2403056"/>
            <a:ext cx="4197349" cy="3684477"/>
          </a:xfrm>
          <a:prstGeom prst="rect">
            <a:avLst/>
          </a:prstGeom>
          <a:noFill/>
        </p:spPr>
        <p:txBody>
          <a:bodyPr wrap="square" lIns="0" tIns="0" rIns="0" bIns="0">
            <a:noAutofit/>
          </a:bodyPr>
          <a:lstStyle>
            <a:lvl1pPr marL="0" indent="0">
              <a:buFont typeface="System Font Regular"/>
              <a:buNone/>
              <a:defRPr sz="1333"/>
            </a:lvl1pPr>
            <a:lvl2pPr>
              <a:defRPr sz="1333"/>
            </a:lvl2pPr>
          </a:lstStyle>
          <a:p>
            <a:pPr marL="228594" marR="0" lvl="0" indent="-228594" defTabSz="1219170" eaLnBrk="1" fontAlgn="auto" latinLnBrk="0" hangingPunct="1">
              <a:lnSpc>
                <a:spcPct val="100000"/>
              </a:lnSpc>
              <a:spcBef>
                <a:spcPts val="0"/>
              </a:spcBef>
              <a:spcAft>
                <a:spcPts val="0"/>
              </a:spcAft>
              <a:buClr>
                <a:schemeClr val="tx2"/>
              </a:buClr>
              <a:buSzTx/>
              <a:buFont typeface="System Font Regular"/>
              <a:buChar char="-"/>
              <a:tabLst/>
              <a:defRPr/>
            </a:pPr>
            <a:r>
              <a:rPr lang="en-AU" dirty="0"/>
              <a:t>Click to add text or click on icon </a:t>
            </a:r>
            <a:br>
              <a:rPr lang="en-AU" dirty="0"/>
            </a:br>
            <a:r>
              <a:rPr lang="en-AU" dirty="0"/>
              <a:t>below to add object</a:t>
            </a:r>
          </a:p>
        </p:txBody>
      </p:sp>
      <p:sp>
        <p:nvSpPr>
          <p:cNvPr id="6" name="Text Placeholder 3">
            <a:extLst>
              <a:ext uri="{FF2B5EF4-FFF2-40B4-BE49-F238E27FC236}">
                <a16:creationId xmlns:a16="http://schemas.microsoft.com/office/drawing/2014/main" id="{BCF546AC-A09B-3B79-BF41-C9B5E391B8D5}"/>
              </a:ext>
            </a:extLst>
          </p:cNvPr>
          <p:cNvSpPr>
            <a:spLocks noGrp="1"/>
          </p:cNvSpPr>
          <p:nvPr>
            <p:ph sz="half" idx="11" hasCustomPrompt="1"/>
          </p:nvPr>
        </p:nvSpPr>
        <p:spPr>
          <a:xfrm>
            <a:off x="7224184" y="2403056"/>
            <a:ext cx="4197349" cy="3684477"/>
          </a:xfrm>
          <a:prstGeom prst="rect">
            <a:avLst/>
          </a:prstGeom>
          <a:noFill/>
        </p:spPr>
        <p:txBody>
          <a:bodyPr wrap="square" lIns="0" tIns="0" rIns="0" bIns="0">
            <a:noAutofit/>
          </a:bodyPr>
          <a:lstStyle>
            <a:lvl1pPr marL="0" indent="0">
              <a:buFont typeface="System Font Regular"/>
              <a:buNone/>
              <a:defRPr sz="1333"/>
            </a:lvl1pPr>
            <a:lvl2pPr>
              <a:defRPr sz="1333"/>
            </a:lvl2pPr>
          </a:lstStyle>
          <a:p>
            <a:pPr marL="228594" marR="0" lvl="0" indent="-228594" defTabSz="1219170" eaLnBrk="1" fontAlgn="auto" latinLnBrk="0" hangingPunct="1">
              <a:lnSpc>
                <a:spcPct val="100000"/>
              </a:lnSpc>
              <a:spcBef>
                <a:spcPts val="0"/>
              </a:spcBef>
              <a:spcAft>
                <a:spcPts val="0"/>
              </a:spcAft>
              <a:buClr>
                <a:schemeClr val="tx2"/>
              </a:buClr>
              <a:buSzTx/>
              <a:buFont typeface="System Font Regular"/>
              <a:buChar char="-"/>
              <a:tabLst/>
              <a:defRPr/>
            </a:pPr>
            <a:r>
              <a:rPr lang="en-AU" dirty="0"/>
              <a:t>Click to add text or click on icon </a:t>
            </a:r>
            <a:br>
              <a:rPr lang="en-AU" dirty="0"/>
            </a:br>
            <a:r>
              <a:rPr lang="en-AU" dirty="0"/>
              <a:t>below to add object</a:t>
            </a:r>
          </a:p>
        </p:txBody>
      </p:sp>
      <p:sp>
        <p:nvSpPr>
          <p:cNvPr id="4" name="object 4">
            <a:extLst>
              <a:ext uri="{FF2B5EF4-FFF2-40B4-BE49-F238E27FC236}">
                <a16:creationId xmlns:a16="http://schemas.microsoft.com/office/drawing/2014/main" id="{593909B7-37E7-FB1F-A3FB-7C585D474988}"/>
              </a:ext>
            </a:extLst>
          </p:cNvPr>
          <p:cNvSpPr txBox="1"/>
          <p:nvPr/>
        </p:nvSpPr>
        <p:spPr>
          <a:xfrm>
            <a:off x="757767" y="6300857"/>
            <a:ext cx="1257300" cy="139419"/>
          </a:xfrm>
          <a:prstGeom prst="rect">
            <a:avLst/>
          </a:prstGeom>
        </p:spPr>
        <p:txBody>
          <a:bodyPr vert="horz" wrap="square" lIns="0" tIns="5927" rIns="0" bIns="0" rtlCol="0">
            <a:spAutoFit/>
          </a:bodyPr>
          <a:lstStyle/>
          <a:p>
            <a:pPr marL="16933">
              <a:lnSpc>
                <a:spcPct val="100000"/>
              </a:lnSpc>
              <a:spcBef>
                <a:spcPts val="47"/>
              </a:spcBef>
            </a:pPr>
            <a:r>
              <a:rPr sz="867" dirty="0">
                <a:solidFill>
                  <a:srgbClr val="3C3C3B"/>
                </a:solidFill>
                <a:latin typeface="Arial"/>
                <a:cs typeface="Arial"/>
              </a:rPr>
              <a:t>The</a:t>
            </a:r>
            <a:r>
              <a:rPr sz="867" spc="20" dirty="0">
                <a:solidFill>
                  <a:srgbClr val="3C3C3B"/>
                </a:solidFill>
                <a:latin typeface="Arial"/>
                <a:cs typeface="Arial"/>
              </a:rPr>
              <a:t> </a:t>
            </a:r>
            <a:r>
              <a:rPr sz="867" spc="-13" dirty="0">
                <a:solidFill>
                  <a:srgbClr val="3C3C3B"/>
                </a:solidFill>
                <a:latin typeface="Arial"/>
                <a:cs typeface="Arial"/>
              </a:rPr>
              <a:t>University</a:t>
            </a:r>
            <a:r>
              <a:rPr sz="867" spc="13" dirty="0">
                <a:solidFill>
                  <a:srgbClr val="3C3C3B"/>
                </a:solidFill>
                <a:latin typeface="Arial"/>
                <a:cs typeface="Arial"/>
              </a:rPr>
              <a:t> </a:t>
            </a:r>
            <a:r>
              <a:rPr sz="867" dirty="0">
                <a:solidFill>
                  <a:srgbClr val="3C3C3B"/>
                </a:solidFill>
                <a:latin typeface="Arial"/>
                <a:cs typeface="Arial"/>
              </a:rPr>
              <a:t>of</a:t>
            </a:r>
            <a:r>
              <a:rPr sz="867" spc="20" dirty="0">
                <a:solidFill>
                  <a:srgbClr val="3C3C3B"/>
                </a:solidFill>
                <a:latin typeface="Arial"/>
                <a:cs typeface="Arial"/>
              </a:rPr>
              <a:t> </a:t>
            </a:r>
            <a:r>
              <a:rPr sz="867" spc="-13" dirty="0">
                <a:solidFill>
                  <a:srgbClr val="3C3C3B"/>
                </a:solidFill>
                <a:latin typeface="Arial"/>
                <a:cs typeface="Arial"/>
              </a:rPr>
              <a:t>Sydney</a:t>
            </a:r>
            <a:endParaRPr sz="867" dirty="0">
              <a:latin typeface="Arial"/>
              <a:cs typeface="Arial"/>
            </a:endParaRPr>
          </a:p>
        </p:txBody>
      </p:sp>
      <p:sp>
        <p:nvSpPr>
          <p:cNvPr id="16" name="bg object"/>
          <p:cNvSpPr/>
          <p:nvPr/>
        </p:nvSpPr>
        <p:spPr>
          <a:xfrm>
            <a:off x="762000" y="768349"/>
            <a:ext cx="12192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sz="2400"/>
          </a:p>
        </p:txBody>
      </p:sp>
    </p:spTree>
    <p:extLst>
      <p:ext uri="{BB962C8B-B14F-4D97-AF65-F5344CB8AC3E}">
        <p14:creationId xmlns:p14="http://schemas.microsoft.com/office/powerpoint/2010/main" val="7486480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 column + image, small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7560733" cy="984885"/>
          </a:xfrm>
        </p:spPr>
        <p:txBody>
          <a:bodyPr lIns="0" tIns="0" rIns="0" bIns="0"/>
          <a:lstStyle>
            <a:lvl1pPr>
              <a:defRPr sz="3200" b="0" i="0">
                <a:solidFill>
                  <a:srgbClr val="E64626"/>
                </a:solidFill>
                <a:latin typeface="Times" pitchFamily="2" charset="0"/>
                <a:cs typeface="Times New Roman"/>
              </a:defRPr>
            </a:lvl1pPr>
          </a:lstStyle>
          <a:p>
            <a:r>
              <a:rPr lang="en-US" dirty="0"/>
              <a:t>Title, text box and image</a:t>
            </a:r>
            <a:br>
              <a:rPr lang="en-US" dirty="0"/>
            </a:br>
            <a:r>
              <a:rPr lang="en-US" dirty="0"/>
              <a:t>Small body copy</a:t>
            </a:r>
            <a:endParaRPr dirty="0"/>
          </a:p>
        </p:txBody>
      </p:sp>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2523067" y="2404532"/>
            <a:ext cx="5808133" cy="3708400"/>
          </a:xfrm>
          <a:prstGeom prst="rect">
            <a:avLst/>
          </a:prstGeom>
        </p:spPr>
        <p:txBody>
          <a:bodyPr lIns="0" tIns="0" rIns="0" bIns="0"/>
          <a:lstStyle>
            <a:lvl1pPr marL="228594" indent="-228594">
              <a:buFont typeface="System Font Regular"/>
              <a:buChar char="-"/>
              <a:defRPr sz="1333" b="0" i="0">
                <a:solidFill>
                  <a:srgbClr val="3C3C3B"/>
                </a:solidFill>
                <a:latin typeface="Arial"/>
                <a:cs typeface="Arial"/>
              </a:defRPr>
            </a:lvl1pPr>
            <a:lvl2pPr>
              <a:buFont typeface="System Font Regular"/>
              <a:buChar char="-"/>
              <a:defRPr sz="1333"/>
            </a:lvl2pPr>
          </a:lstStyle>
          <a:p>
            <a:r>
              <a:rPr lang="en-AU" dirty="0"/>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8661080" y="0"/>
            <a:ext cx="3530920" cy="68580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1178051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 column + image, medium body copy 10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7560733" cy="984885"/>
          </a:xfrm>
        </p:spPr>
        <p:txBody>
          <a:bodyPr lIns="0" tIns="0" rIns="0" bIns="0"/>
          <a:lstStyle>
            <a:lvl1pPr>
              <a:defRPr sz="3200" b="0" i="0">
                <a:solidFill>
                  <a:srgbClr val="E64626"/>
                </a:solidFill>
                <a:latin typeface="Times" pitchFamily="2" charset="0"/>
                <a:cs typeface="Times New Roman"/>
              </a:defRPr>
            </a:lvl1pPr>
          </a:lstStyle>
          <a:p>
            <a:r>
              <a:rPr lang="en-US" dirty="0"/>
              <a:t>Title, text box and image</a:t>
            </a:r>
            <a:br>
              <a:rPr lang="en-US" dirty="0"/>
            </a:br>
            <a:r>
              <a:rPr lang="en-US" dirty="0"/>
              <a:t>Medium body copy</a:t>
            </a:r>
            <a:endParaRPr dirty="0"/>
          </a:p>
        </p:txBody>
      </p:sp>
      <p:sp>
        <p:nvSpPr>
          <p:cNvPr id="6" name="Text Plac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2523067" y="2404532"/>
            <a:ext cx="5808133" cy="3708400"/>
          </a:xfrm>
          <a:prstGeom prst="rect">
            <a:avLst/>
          </a:prstGeom>
        </p:spPr>
        <p:txBody>
          <a:bodyPr lIns="0" tIns="0" rIns="0" bIns="0"/>
          <a:lstStyle>
            <a:lvl1pPr marL="228594" indent="-228594">
              <a:buFont typeface="System Font Regular"/>
              <a:buChar char="-"/>
              <a:defRPr sz="1733" b="0" i="0">
                <a:solidFill>
                  <a:srgbClr val="3C3C3B"/>
                </a:solidFill>
                <a:latin typeface="Arial"/>
                <a:cs typeface="Arial"/>
              </a:defRPr>
            </a:lvl1pPr>
            <a:lvl2pPr>
              <a:buFont typeface="System Font Regular"/>
              <a:buChar char="-"/>
              <a:defRPr sz="1333"/>
            </a:lvl2pPr>
          </a:lstStyle>
          <a:p>
            <a:r>
              <a:rPr lang="en-AU" dirty="0"/>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8661080" y="0"/>
            <a:ext cx="3530920" cy="68580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1267905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 column + image, large body copy 18p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70467" y="982131"/>
            <a:ext cx="7560733" cy="984885"/>
          </a:xfrm>
        </p:spPr>
        <p:txBody>
          <a:bodyPr lIns="0" tIns="0" rIns="0" bIns="0"/>
          <a:lstStyle>
            <a:lvl1pPr>
              <a:defRPr sz="3200" b="0" i="0">
                <a:solidFill>
                  <a:srgbClr val="E64626"/>
                </a:solidFill>
                <a:latin typeface="Times" pitchFamily="2" charset="0"/>
                <a:cs typeface="Times New Roman"/>
              </a:defRPr>
            </a:lvl1pPr>
          </a:lstStyle>
          <a:p>
            <a:r>
              <a:rPr lang="en-US" dirty="0"/>
              <a:t>Title, text box and image</a:t>
            </a:r>
            <a:br>
              <a:rPr lang="en-US" dirty="0"/>
            </a:br>
            <a:r>
              <a:rPr lang="en-US" dirty="0"/>
              <a:t>Large body copy</a:t>
            </a:r>
            <a:endParaRPr dirty="0"/>
          </a:p>
        </p:txBody>
      </p:sp>
      <p:sp>
        <p:nvSpPr>
          <p:cNvPr id="6" name="Holder 2">
            <a:extLst>
              <a:ext uri="{FF2B5EF4-FFF2-40B4-BE49-F238E27FC236}">
                <a16:creationId xmlns:a16="http://schemas.microsoft.com/office/drawing/2014/main" id="{B0FAA322-1959-4F66-2CF0-5AB1E42AA9C6}"/>
              </a:ext>
            </a:extLst>
          </p:cNvPr>
          <p:cNvSpPr>
            <a:spLocks noGrp="1"/>
          </p:cNvSpPr>
          <p:nvPr>
            <p:ph type="body" idx="1" hasCustomPrompt="1"/>
          </p:nvPr>
        </p:nvSpPr>
        <p:spPr>
          <a:xfrm>
            <a:off x="2523067" y="2404532"/>
            <a:ext cx="5808133" cy="3708400"/>
          </a:xfrm>
          <a:prstGeom prst="rect">
            <a:avLst/>
          </a:prstGeom>
        </p:spPr>
        <p:txBody>
          <a:bodyPr lIns="0" tIns="0" rIns="0" bIns="0"/>
          <a:lstStyle>
            <a:lvl1pPr marL="228594" indent="-228594">
              <a:buFont typeface="System Font Regular"/>
              <a:buChar char="-"/>
              <a:defRPr sz="2400" b="0" i="0">
                <a:solidFill>
                  <a:srgbClr val="3C3C3B"/>
                </a:solidFill>
                <a:latin typeface="Arial"/>
                <a:cs typeface="Arial"/>
              </a:defRPr>
            </a:lvl1pPr>
            <a:lvl2pPr>
              <a:buFont typeface="System Font Regular"/>
              <a:buChar char="-"/>
              <a:defRPr sz="1333"/>
            </a:lvl2pPr>
          </a:lstStyle>
          <a:p>
            <a:r>
              <a:rPr lang="en-AU" dirty="0"/>
              <a:t>Click to add text</a:t>
            </a:r>
          </a:p>
        </p:txBody>
      </p:sp>
      <p:sp>
        <p:nvSpPr>
          <p:cNvPr id="7" name="Picture Placeholder 3">
            <a:extLst>
              <a:ext uri="{FF2B5EF4-FFF2-40B4-BE49-F238E27FC236}">
                <a16:creationId xmlns:a16="http://schemas.microsoft.com/office/drawing/2014/main" id="{130F62FA-786C-07E8-C52D-1D109342ADA0}"/>
              </a:ext>
            </a:extLst>
          </p:cNvPr>
          <p:cNvSpPr>
            <a:spLocks noGrp="1"/>
          </p:cNvSpPr>
          <p:nvPr>
            <p:ph type="pic" sz="quarter" idx="10" hasCustomPrompt="1"/>
          </p:nvPr>
        </p:nvSpPr>
        <p:spPr>
          <a:xfrm>
            <a:off x="8661080" y="0"/>
            <a:ext cx="3530920" cy="68580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42492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eading with image 1">
    <p:spTree>
      <p:nvGrpSpPr>
        <p:cNvPr id="1" name=""/>
        <p:cNvGrpSpPr/>
        <p:nvPr/>
      </p:nvGrpSpPr>
      <p:grpSpPr>
        <a:xfrm>
          <a:off x="0" y="0"/>
          <a:ext cx="0" cy="0"/>
          <a:chOff x="0" y="0"/>
          <a:chExt cx="0" cy="0"/>
        </a:xfrm>
      </p:grpSpPr>
      <p:sp>
        <p:nvSpPr>
          <p:cNvPr id="2" name="Holder 2"/>
          <p:cNvSpPr>
            <a:spLocks noGrp="1"/>
          </p:cNvSpPr>
          <p:nvPr>
            <p:ph type="title" hasCustomPrompt="1"/>
          </p:nvPr>
        </p:nvSpPr>
        <p:spPr>
          <a:xfrm>
            <a:off x="7119932" y="1017533"/>
            <a:ext cx="4074584" cy="1969770"/>
          </a:xfrm>
        </p:spPr>
        <p:txBody>
          <a:bodyPr lIns="0" tIns="0" rIns="0" bIns="0"/>
          <a:lstStyle>
            <a:lvl1pPr>
              <a:defRPr sz="3200" b="0" i="0">
                <a:solidFill>
                  <a:srgbClr val="E64626"/>
                </a:solidFill>
                <a:latin typeface="Times" pitchFamily="2" charset="0"/>
                <a:cs typeface="Times New Roman"/>
              </a:defRPr>
            </a:lvl1pPr>
          </a:lstStyle>
          <a:p>
            <a:r>
              <a:rPr lang="en-AU" dirty="0"/>
              <a:t>Heading 1</a:t>
            </a:r>
            <a:br>
              <a:rPr lang="en-AU" dirty="0"/>
            </a:br>
            <a:r>
              <a:rPr lang="en-US" dirty="0"/>
              <a:t>Title, text box and image</a:t>
            </a:r>
            <a:br>
              <a:rPr lang="en-US" dirty="0"/>
            </a:br>
            <a:r>
              <a:rPr lang="en-US" dirty="0"/>
              <a:t>Medium body copy</a:t>
            </a:r>
            <a:endParaRPr dirty="0"/>
          </a:p>
        </p:txBody>
      </p:sp>
      <p:sp>
        <p:nvSpPr>
          <p:cNvPr id="7" name="object 8">
            <a:extLst>
              <a:ext uri="{FF2B5EF4-FFF2-40B4-BE49-F238E27FC236}">
                <a16:creationId xmlns:a16="http://schemas.microsoft.com/office/drawing/2014/main" id="{CA7413FA-6408-3254-1779-682CAAAE9ECF}"/>
              </a:ext>
            </a:extLst>
          </p:cNvPr>
          <p:cNvSpPr/>
          <p:nvPr/>
        </p:nvSpPr>
        <p:spPr>
          <a:xfrm>
            <a:off x="7119932" y="766233"/>
            <a:ext cx="12192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sz="2400"/>
          </a:p>
        </p:txBody>
      </p:sp>
      <p:sp>
        <p:nvSpPr>
          <p:cNvPr id="9" name="Picture Placeholder 6">
            <a:extLst>
              <a:ext uri="{FF2B5EF4-FFF2-40B4-BE49-F238E27FC236}">
                <a16:creationId xmlns:a16="http://schemas.microsoft.com/office/drawing/2014/main" id="{3E7C6475-9E09-2C25-60AA-C01FFE5493AC}"/>
              </a:ext>
            </a:extLst>
          </p:cNvPr>
          <p:cNvSpPr>
            <a:spLocks noGrp="1"/>
          </p:cNvSpPr>
          <p:nvPr>
            <p:ph type="pic" sz="quarter" idx="10" hasCustomPrompt="1"/>
          </p:nvPr>
        </p:nvSpPr>
        <p:spPr>
          <a:xfrm>
            <a:off x="2" y="0"/>
            <a:ext cx="6095999" cy="68580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4" name="Text Placeholder 5">
            <a:extLst>
              <a:ext uri="{FF2B5EF4-FFF2-40B4-BE49-F238E27FC236}">
                <a16:creationId xmlns:a16="http://schemas.microsoft.com/office/drawing/2014/main" id="{C690FE27-A077-176C-683F-060F8B919BAD}"/>
              </a:ext>
            </a:extLst>
          </p:cNvPr>
          <p:cNvSpPr>
            <a:spLocks noGrp="1"/>
          </p:cNvSpPr>
          <p:nvPr>
            <p:ph type="body" sz="quarter" idx="11"/>
          </p:nvPr>
        </p:nvSpPr>
        <p:spPr>
          <a:xfrm>
            <a:off x="7119931" y="2840243"/>
            <a:ext cx="4074583" cy="27601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94405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eading with imag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1017533"/>
            <a:ext cx="4074584" cy="1969770"/>
          </a:xfrm>
        </p:spPr>
        <p:txBody>
          <a:bodyPr lIns="0" tIns="0" rIns="0" bIns="0"/>
          <a:lstStyle>
            <a:lvl1pPr>
              <a:defRPr sz="3200" b="0" i="0">
                <a:solidFill>
                  <a:srgbClr val="E64626"/>
                </a:solidFill>
                <a:latin typeface="Times" pitchFamily="2" charset="0"/>
                <a:cs typeface="Times New Roman"/>
              </a:defRPr>
            </a:lvl1pPr>
          </a:lstStyle>
          <a:p>
            <a:r>
              <a:rPr lang="en-AU" dirty="0"/>
              <a:t>Heading 2</a:t>
            </a:r>
            <a:br>
              <a:rPr lang="en-AU" dirty="0"/>
            </a:br>
            <a:r>
              <a:rPr lang="en-US" dirty="0"/>
              <a:t>Title, text box and image</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763C846B-3BBC-0A9B-343F-8DA8440D4F9F}"/>
              </a:ext>
            </a:extLst>
          </p:cNvPr>
          <p:cNvSpPr>
            <a:spLocks noGrp="1"/>
          </p:cNvSpPr>
          <p:nvPr>
            <p:ph type="body" sz="quarter" idx="11"/>
          </p:nvPr>
        </p:nvSpPr>
        <p:spPr>
          <a:xfrm>
            <a:off x="762002" y="2840243"/>
            <a:ext cx="4074583" cy="27601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3">
            <a:extLst>
              <a:ext uri="{FF2B5EF4-FFF2-40B4-BE49-F238E27FC236}">
                <a16:creationId xmlns:a16="http://schemas.microsoft.com/office/drawing/2014/main" id="{9223EA41-0E53-E4BC-82D3-F2D428AADB07}"/>
              </a:ext>
            </a:extLst>
          </p:cNvPr>
          <p:cNvSpPr>
            <a:spLocks noGrp="1"/>
          </p:cNvSpPr>
          <p:nvPr>
            <p:ph type="pic" sz="quarter" idx="10" hasCustomPrompt="1"/>
          </p:nvPr>
        </p:nvSpPr>
        <p:spPr>
          <a:xfrm>
            <a:off x="6082777" y="0"/>
            <a:ext cx="6109223" cy="68580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2831804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with image 3">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6AF4810-CD2A-169B-7819-02D6EDE188AA}"/>
              </a:ext>
              <a:ext uri="{C183D7F6-B498-43B3-948B-1728B52AA6E4}">
                <adec:decorative xmlns:adec="http://schemas.microsoft.com/office/drawing/2017/decorative" val="1"/>
              </a:ext>
            </a:extLst>
          </p:cNvPr>
          <p:cNvSpPr/>
          <p:nvPr/>
        </p:nvSpPr>
        <p:spPr>
          <a:xfrm>
            <a:off x="-14236" y="0"/>
            <a:ext cx="6082776"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object 0">
            <a:extLst>
              <a:ext uri="{FF2B5EF4-FFF2-40B4-BE49-F238E27FC236}">
                <a16:creationId xmlns:a16="http://schemas.microsoft.com/office/drawing/2014/main" id="{CA7413FA-6408-3254-1779-682CAAAE9ECF}"/>
              </a:ext>
            </a:extLst>
          </p:cNvPr>
          <p:cNvSpPr/>
          <p:nvPr/>
        </p:nvSpPr>
        <p:spPr>
          <a:xfrm>
            <a:off x="762000" y="766233"/>
            <a:ext cx="12192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sz="2400"/>
          </a:p>
        </p:txBody>
      </p:sp>
      <p:sp>
        <p:nvSpPr>
          <p:cNvPr id="2" name="Title: 1"/>
          <p:cNvSpPr>
            <a:spLocks noGrp="1"/>
          </p:cNvSpPr>
          <p:nvPr>
            <p:ph type="title" hasCustomPrompt="1"/>
          </p:nvPr>
        </p:nvSpPr>
        <p:spPr>
          <a:xfrm>
            <a:off x="762000" y="1017533"/>
            <a:ext cx="4074584" cy="1969770"/>
          </a:xfrm>
        </p:spPr>
        <p:txBody>
          <a:bodyPr lIns="0" tIns="0" rIns="0" bIns="0"/>
          <a:lstStyle>
            <a:lvl1pPr>
              <a:defRPr sz="3200" b="0" i="0">
                <a:solidFill>
                  <a:srgbClr val="E64626"/>
                </a:solidFill>
                <a:latin typeface="Times" pitchFamily="2" charset="0"/>
                <a:cs typeface="Times New Roman"/>
              </a:defRPr>
            </a:lvl1pPr>
          </a:lstStyle>
          <a:p>
            <a:r>
              <a:rPr lang="en-AU" dirty="0"/>
              <a:t>Heading 3</a:t>
            </a:r>
            <a:br>
              <a:rPr lang="en-AU" dirty="0"/>
            </a:br>
            <a:r>
              <a:rPr lang="en-US" dirty="0"/>
              <a:t>Title, text box and image</a:t>
            </a:r>
            <a:br>
              <a:rPr lang="en-US" dirty="0"/>
            </a:br>
            <a:r>
              <a:rPr lang="en-US" dirty="0"/>
              <a:t>Medium body copy</a:t>
            </a:r>
            <a:endParaRPr dirty="0"/>
          </a:p>
        </p:txBody>
      </p:sp>
      <p:sp>
        <p:nvSpPr>
          <p:cNvPr id="5" name="Text Placeholder 2">
            <a:extLst>
              <a:ext uri="{FF2B5EF4-FFF2-40B4-BE49-F238E27FC236}">
                <a16:creationId xmlns:a16="http://schemas.microsoft.com/office/drawing/2014/main" id="{5A9B2E54-042A-B95A-337E-B5C4C9A5CCD2}"/>
              </a:ext>
            </a:extLst>
          </p:cNvPr>
          <p:cNvSpPr>
            <a:spLocks noGrp="1"/>
          </p:cNvSpPr>
          <p:nvPr>
            <p:ph type="body" sz="quarter" idx="11"/>
          </p:nvPr>
        </p:nvSpPr>
        <p:spPr>
          <a:xfrm>
            <a:off x="762001" y="2840243"/>
            <a:ext cx="4074583" cy="27601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3">
            <a:extLst>
              <a:ext uri="{FF2B5EF4-FFF2-40B4-BE49-F238E27FC236}">
                <a16:creationId xmlns:a16="http://schemas.microsoft.com/office/drawing/2014/main" id="{BF473830-12BA-DF64-1A9E-1CAE3632CA09}"/>
              </a:ext>
            </a:extLst>
          </p:cNvPr>
          <p:cNvSpPr>
            <a:spLocks noGrp="1"/>
          </p:cNvSpPr>
          <p:nvPr>
            <p:ph type="pic" sz="quarter" idx="10" hasCustomPrompt="1"/>
          </p:nvPr>
        </p:nvSpPr>
        <p:spPr>
          <a:xfrm>
            <a:off x="6082776" y="0"/>
            <a:ext cx="6109224" cy="68580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22106326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eading with image 4">
    <p:spTree>
      <p:nvGrpSpPr>
        <p:cNvPr id="1" name=""/>
        <p:cNvGrpSpPr/>
        <p:nvPr/>
      </p:nvGrpSpPr>
      <p:grpSpPr>
        <a:xfrm>
          <a:off x="0" y="0"/>
          <a:ext cx="0" cy="0"/>
          <a:chOff x="0" y="0"/>
          <a:chExt cx="0" cy="0"/>
        </a:xfrm>
      </p:grpSpPr>
      <p:sp>
        <p:nvSpPr>
          <p:cNvPr id="7" name="object 0">
            <a:extLst>
              <a:ext uri="{FF2B5EF4-FFF2-40B4-BE49-F238E27FC236}">
                <a16:creationId xmlns:a16="http://schemas.microsoft.com/office/drawing/2014/main" id="{CA7413FA-6408-3254-1779-682CAAAE9ECF}"/>
              </a:ext>
              <a:ext uri="{C183D7F6-B498-43B3-948B-1728B52AA6E4}">
                <adec:decorative xmlns:adec="http://schemas.microsoft.com/office/drawing/2017/decorative" val="1"/>
              </a:ext>
            </a:extLst>
          </p:cNvPr>
          <p:cNvSpPr/>
          <p:nvPr/>
        </p:nvSpPr>
        <p:spPr>
          <a:xfrm>
            <a:off x="762000" y="787400"/>
            <a:ext cx="1219200" cy="0"/>
          </a:xfrm>
          <a:custGeom>
            <a:avLst/>
            <a:gdLst/>
            <a:ahLst/>
            <a:cxnLst/>
            <a:rect l="l" t="t" r="r" b="b"/>
            <a:pathLst>
              <a:path w="914400">
                <a:moveTo>
                  <a:pt x="914400" y="0"/>
                </a:moveTo>
                <a:lnTo>
                  <a:pt x="0" y="0"/>
                </a:lnTo>
              </a:path>
            </a:pathLst>
          </a:custGeom>
          <a:ln w="9525">
            <a:solidFill>
              <a:srgbClr val="E64626"/>
            </a:solidFill>
          </a:ln>
        </p:spPr>
        <p:txBody>
          <a:bodyPr wrap="square" lIns="0" tIns="0" rIns="0" bIns="0" rtlCol="0"/>
          <a:lstStyle/>
          <a:p>
            <a:endParaRPr sz="2400"/>
          </a:p>
        </p:txBody>
      </p:sp>
      <p:sp>
        <p:nvSpPr>
          <p:cNvPr id="4" name="Rectangle 0">
            <a:extLst>
              <a:ext uri="{FF2B5EF4-FFF2-40B4-BE49-F238E27FC236}">
                <a16:creationId xmlns:a16="http://schemas.microsoft.com/office/drawing/2014/main" id="{D01AF305-2512-8B00-F76B-C57D232745EB}"/>
              </a:ext>
              <a:ext uri="{C183D7F6-B498-43B3-948B-1728B52AA6E4}">
                <adec:decorative xmlns:adec="http://schemas.microsoft.com/office/drawing/2017/decorative" val="1"/>
              </a:ext>
            </a:extLst>
          </p:cNvPr>
          <p:cNvSpPr/>
          <p:nvPr/>
        </p:nvSpPr>
        <p:spPr>
          <a:xfrm>
            <a:off x="0" y="0"/>
            <a:ext cx="6082776" cy="68580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hasCustomPrompt="1"/>
          </p:nvPr>
        </p:nvSpPr>
        <p:spPr>
          <a:xfrm>
            <a:off x="762000" y="1038700"/>
            <a:ext cx="4074584" cy="1969770"/>
          </a:xfrm>
        </p:spPr>
        <p:txBody>
          <a:bodyPr lIns="0" tIns="0" rIns="0" bIns="0"/>
          <a:lstStyle>
            <a:lvl1pPr>
              <a:defRPr sz="3200" b="0" i="0">
                <a:solidFill>
                  <a:schemeClr val="bg1"/>
                </a:solidFill>
                <a:latin typeface="Times" pitchFamily="2" charset="0"/>
                <a:cs typeface="Times New Roman"/>
              </a:defRPr>
            </a:lvl1pPr>
          </a:lstStyle>
          <a:p>
            <a:r>
              <a:rPr lang="en-AU" dirty="0"/>
              <a:t>Heading 4</a:t>
            </a:r>
            <a:br>
              <a:rPr lang="en-AU" dirty="0"/>
            </a:br>
            <a:r>
              <a:rPr lang="en-US" dirty="0"/>
              <a:t>Title, text box and image</a:t>
            </a:r>
            <a:br>
              <a:rPr lang="en-US" dirty="0"/>
            </a:br>
            <a:r>
              <a:rPr lang="en-US" dirty="0"/>
              <a:t>Medium body copy</a:t>
            </a:r>
            <a:endParaRPr dirty="0"/>
          </a:p>
        </p:txBody>
      </p:sp>
      <p:sp>
        <p:nvSpPr>
          <p:cNvPr id="5" name="Text Placeholder 2">
            <a:extLst>
              <a:ext uri="{FF2B5EF4-FFF2-40B4-BE49-F238E27FC236}">
                <a16:creationId xmlns:a16="http://schemas.microsoft.com/office/drawing/2014/main" id="{8A1A2B76-7231-1188-47F7-90C1CBB05242}"/>
              </a:ext>
            </a:extLst>
          </p:cNvPr>
          <p:cNvSpPr>
            <a:spLocks noGrp="1"/>
          </p:cNvSpPr>
          <p:nvPr>
            <p:ph type="body" sz="quarter" idx="11"/>
          </p:nvPr>
        </p:nvSpPr>
        <p:spPr>
          <a:xfrm>
            <a:off x="762002" y="2861410"/>
            <a:ext cx="4074583" cy="2760133"/>
          </a:xfrm>
        </p:spPr>
        <p:txBody>
          <a:bodyPr/>
          <a:lstStyle>
            <a:lvl1pPr marL="228594" indent="-228594">
              <a:buClr>
                <a:schemeClr val="bg1"/>
              </a:buClr>
              <a:buFont typeface="System Font Regular"/>
              <a:buChar char="-"/>
              <a:defRPr sz="1733">
                <a:solidFill>
                  <a:schemeClr val="bg1"/>
                </a:solidFill>
              </a:defRPr>
            </a:lvl1pPr>
            <a:lvl2pPr marL="838179" indent="-228594">
              <a:buClr>
                <a:schemeClr val="bg1"/>
              </a:buClr>
              <a:buFont typeface="System Font Regular"/>
              <a:buChar char="-"/>
              <a:defRPr sz="1733">
                <a:solidFill>
                  <a:schemeClr val="bg1"/>
                </a:solidFill>
              </a:defRPr>
            </a:lvl2pPr>
            <a:lvl3pPr marL="1447764" indent="-228594">
              <a:buClr>
                <a:schemeClr val="bg1"/>
              </a:buClr>
              <a:buFont typeface="System Font Regular"/>
              <a:buChar char="-"/>
              <a:defRPr sz="1733">
                <a:solidFill>
                  <a:schemeClr val="bg1"/>
                </a:solidFill>
              </a:defRPr>
            </a:lvl3pPr>
            <a:lvl4pPr marL="2057349" indent="-228594">
              <a:buClr>
                <a:schemeClr val="bg1"/>
              </a:buClr>
              <a:buFont typeface="System Font Regular"/>
              <a:buChar char="-"/>
              <a:defRPr sz="1733">
                <a:solidFill>
                  <a:schemeClr val="bg1"/>
                </a:solidFill>
              </a:defRPr>
            </a:lvl4pPr>
            <a:lvl5pPr marL="2666933" indent="-228594">
              <a:buClr>
                <a:schemeClr val="bg1"/>
              </a:buClr>
              <a:buFont typeface="System Font Regular"/>
              <a:buChar char="-"/>
              <a:defRPr sz="173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3">
            <a:extLst>
              <a:ext uri="{FF2B5EF4-FFF2-40B4-BE49-F238E27FC236}">
                <a16:creationId xmlns:a16="http://schemas.microsoft.com/office/drawing/2014/main" id="{E01BB514-CFB3-0A62-D442-0367254D28E0}"/>
              </a:ext>
            </a:extLst>
          </p:cNvPr>
          <p:cNvSpPr>
            <a:spLocks noGrp="1"/>
          </p:cNvSpPr>
          <p:nvPr>
            <p:ph type="pic" sz="quarter" idx="10" hasCustomPrompt="1"/>
          </p:nvPr>
        </p:nvSpPr>
        <p:spPr>
          <a:xfrm>
            <a:off x="6082776" y="0"/>
            <a:ext cx="6109224" cy="6858000"/>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761258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Heading with images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8585A7-12B9-F7BC-085D-8B7FD93ECD26}"/>
              </a:ext>
              <a:ext uri="{C183D7F6-B498-43B3-948B-1728B52AA6E4}">
                <adec:decorative xmlns:adec="http://schemas.microsoft.com/office/drawing/2017/decorative" val="1"/>
              </a:ext>
            </a:extLst>
          </p:cNvPr>
          <p:cNvSpPr/>
          <p:nvPr/>
        </p:nvSpPr>
        <p:spPr>
          <a:xfrm>
            <a:off x="5177123" y="0"/>
            <a:ext cx="7014877"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hasCustomPrompt="1"/>
          </p:nvPr>
        </p:nvSpPr>
        <p:spPr>
          <a:xfrm>
            <a:off x="762000" y="1038700"/>
            <a:ext cx="4074584" cy="1477328"/>
          </a:xfrm>
        </p:spPr>
        <p:txBody>
          <a:bodyPr lIns="0" tIns="0" rIns="0" bIns="0"/>
          <a:lstStyle>
            <a:lvl1pPr>
              <a:defRPr sz="3200" b="0" i="0">
                <a:solidFill>
                  <a:srgbClr val="E64626"/>
                </a:solidFill>
                <a:latin typeface="Times" pitchFamily="2" charset="0"/>
                <a:cs typeface="Times New Roman"/>
              </a:defRPr>
            </a:lvl1pPr>
          </a:lstStyle>
          <a:p>
            <a:r>
              <a:rPr lang="en-AU" dirty="0"/>
              <a:t>Heading 5</a:t>
            </a:r>
            <a:br>
              <a:rPr lang="en-AU" dirty="0"/>
            </a:br>
            <a:r>
              <a:rPr lang="en-US" dirty="0"/>
              <a:t>Title, text box + images</a:t>
            </a:r>
            <a:br>
              <a:rPr lang="en-US" dirty="0"/>
            </a:br>
            <a:r>
              <a:rPr lang="en-US" dirty="0"/>
              <a:t>Medium body copy</a:t>
            </a:r>
            <a:endParaRPr dirty="0"/>
          </a:p>
        </p:txBody>
      </p:sp>
      <p:sp>
        <p:nvSpPr>
          <p:cNvPr id="4" name="Text Placeholder 2">
            <a:extLst>
              <a:ext uri="{FF2B5EF4-FFF2-40B4-BE49-F238E27FC236}">
                <a16:creationId xmlns:a16="http://schemas.microsoft.com/office/drawing/2014/main" id="{86260F83-22E0-FB93-2602-46785993E99A}"/>
              </a:ext>
            </a:extLst>
          </p:cNvPr>
          <p:cNvSpPr>
            <a:spLocks noGrp="1"/>
          </p:cNvSpPr>
          <p:nvPr>
            <p:ph type="body" sz="quarter" idx="14"/>
          </p:nvPr>
        </p:nvSpPr>
        <p:spPr>
          <a:xfrm>
            <a:off x="782762" y="2861410"/>
            <a:ext cx="4074583" cy="2760133"/>
          </a:xfrm>
        </p:spPr>
        <p:txBody>
          <a:bodyPr/>
          <a:lstStyle>
            <a:lvl1pPr marL="228594" indent="-228594">
              <a:buClr>
                <a:schemeClr val="tx1"/>
              </a:buClr>
              <a:buFont typeface="System Font Regular"/>
              <a:buChar char="-"/>
              <a:defRPr sz="1733"/>
            </a:lvl1pPr>
            <a:lvl2pPr marL="838179" indent="-228594">
              <a:buClr>
                <a:schemeClr val="tx1"/>
              </a:buClr>
              <a:buFont typeface="System Font Regular"/>
              <a:buChar char="-"/>
              <a:defRPr sz="1733"/>
            </a:lvl2pPr>
            <a:lvl3pPr marL="1447764" indent="-228594">
              <a:buClr>
                <a:schemeClr val="tx1"/>
              </a:buClr>
              <a:buFont typeface="System Font Regular"/>
              <a:buChar char="-"/>
              <a:defRPr sz="1733"/>
            </a:lvl3pPr>
            <a:lvl4pPr marL="2057349" indent="-228594">
              <a:buClr>
                <a:schemeClr val="tx1"/>
              </a:buClr>
              <a:buFont typeface="System Font Regular"/>
              <a:buChar char="-"/>
              <a:defRPr sz="1733"/>
            </a:lvl4pPr>
            <a:lvl5pPr marL="2666933" indent="-228594">
              <a:buClr>
                <a:schemeClr val="tx1"/>
              </a:buClr>
              <a:buFont typeface="System Font Regular"/>
              <a:buChar char="-"/>
              <a:defRPr sz="17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3">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5923536" y="770467"/>
            <a:ext cx="2661665" cy="2572351"/>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3" name="Picture Placeholder 4">
            <a:extLst>
              <a:ext uri="{FF2B5EF4-FFF2-40B4-BE49-F238E27FC236}">
                <a16:creationId xmlns:a16="http://schemas.microsoft.com/office/drawing/2014/main" id="{E67DE4A2-A084-6CFF-A647-B7F40F5B3287}"/>
              </a:ext>
            </a:extLst>
          </p:cNvPr>
          <p:cNvSpPr>
            <a:spLocks noGrp="1"/>
          </p:cNvSpPr>
          <p:nvPr>
            <p:ph type="pic" sz="quarter" idx="11" hasCustomPrompt="1"/>
          </p:nvPr>
        </p:nvSpPr>
        <p:spPr>
          <a:xfrm>
            <a:off x="8758658" y="770467"/>
            <a:ext cx="2661665" cy="2572351"/>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4" name="Picture Placeholder 5">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5923536" y="3515183"/>
            <a:ext cx="2661665" cy="2572351"/>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5" name="Picture Placeholder 6">
            <a:extLst>
              <a:ext uri="{FF2B5EF4-FFF2-40B4-BE49-F238E27FC236}">
                <a16:creationId xmlns:a16="http://schemas.microsoft.com/office/drawing/2014/main" id="{1EDA01D0-B9B6-53CA-5A69-95C997DC2BFB}"/>
              </a:ext>
            </a:extLst>
          </p:cNvPr>
          <p:cNvSpPr>
            <a:spLocks noGrp="1"/>
          </p:cNvSpPr>
          <p:nvPr>
            <p:ph type="pic" sz="quarter" idx="13" hasCustomPrompt="1"/>
          </p:nvPr>
        </p:nvSpPr>
        <p:spPr>
          <a:xfrm>
            <a:off x="8758658" y="3515183"/>
            <a:ext cx="2661665" cy="2572351"/>
          </a:xfrm>
          <a:solidFill>
            <a:schemeClr val="bg1">
              <a:lumMod val="95000"/>
            </a:schemeClr>
          </a:solidFill>
        </p:spPr>
        <p:txBody>
          <a:bodyPr anchor="ctr" anchorCtr="0"/>
          <a:lstStyle>
            <a:lvl1pPr marL="0" indent="0" algn="ctr">
              <a:buNone/>
              <a:defRPr/>
            </a:lvl1pPr>
          </a:lstStyle>
          <a:p>
            <a:r>
              <a:rPr lang="en-US" dirty="0"/>
              <a:t>Click to add image</a:t>
            </a:r>
          </a:p>
        </p:txBody>
      </p:sp>
    </p:spTree>
    <p:extLst>
      <p:ext uri="{BB962C8B-B14F-4D97-AF65-F5344CB8AC3E}">
        <p14:creationId xmlns:p14="http://schemas.microsoft.com/office/powerpoint/2010/main" val="14131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Heading with images 6">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990600"/>
            <a:ext cx="10658323" cy="508000"/>
          </a:xfrm>
        </p:spPr>
        <p:txBody>
          <a:bodyPr lIns="0" tIns="0" rIns="0" bIns="0"/>
          <a:lstStyle>
            <a:lvl1pPr>
              <a:defRPr sz="3200" b="0" i="0">
                <a:solidFill>
                  <a:srgbClr val="E64626"/>
                </a:solidFill>
                <a:latin typeface="Times" pitchFamily="2" charset="0"/>
                <a:cs typeface="Times New Roman"/>
              </a:defRPr>
            </a:lvl1pPr>
          </a:lstStyle>
          <a:p>
            <a:r>
              <a:rPr lang="en-AU" dirty="0"/>
              <a:t>Heading 6 – single line</a:t>
            </a:r>
            <a:endParaRPr dirty="0"/>
          </a:p>
        </p:txBody>
      </p:sp>
      <p:sp>
        <p:nvSpPr>
          <p:cNvPr id="22" name="Picture Placeholder 2">
            <a:extLst>
              <a:ext uri="{FF2B5EF4-FFF2-40B4-BE49-F238E27FC236}">
                <a16:creationId xmlns:a16="http://schemas.microsoft.com/office/drawing/2014/main" id="{FA3D8C20-B9F8-111A-7311-B7F42789D49C}"/>
              </a:ext>
            </a:extLst>
          </p:cNvPr>
          <p:cNvSpPr>
            <a:spLocks noGrp="1"/>
          </p:cNvSpPr>
          <p:nvPr>
            <p:ph type="pic" sz="quarter" idx="10" hasCustomPrompt="1"/>
          </p:nvPr>
        </p:nvSpPr>
        <p:spPr>
          <a:xfrm>
            <a:off x="762000" y="1915632"/>
            <a:ext cx="3840000" cy="3948337"/>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19" name="Picture Placeholder 3">
            <a:extLst>
              <a:ext uri="{FF2B5EF4-FFF2-40B4-BE49-F238E27FC236}">
                <a16:creationId xmlns:a16="http://schemas.microsoft.com/office/drawing/2014/main" id="{3F9157D3-AB43-6EAD-7F21-F164319B311D}"/>
              </a:ext>
            </a:extLst>
          </p:cNvPr>
          <p:cNvSpPr>
            <a:spLocks noGrp="1"/>
          </p:cNvSpPr>
          <p:nvPr>
            <p:ph type="pic" sz="quarter" idx="15" hasCustomPrompt="1"/>
          </p:nvPr>
        </p:nvSpPr>
        <p:spPr>
          <a:xfrm>
            <a:off x="4766169" y="1912739"/>
            <a:ext cx="2664000" cy="18720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4" name="Picture Placeholder 4">
            <a:extLst>
              <a:ext uri="{FF2B5EF4-FFF2-40B4-BE49-F238E27FC236}">
                <a16:creationId xmlns:a16="http://schemas.microsoft.com/office/drawing/2014/main" id="{047206EB-D996-0FD4-E065-E9595D10C045}"/>
              </a:ext>
            </a:extLst>
          </p:cNvPr>
          <p:cNvSpPr>
            <a:spLocks noGrp="1"/>
          </p:cNvSpPr>
          <p:nvPr>
            <p:ph type="pic" sz="quarter" idx="12" hasCustomPrompt="1"/>
          </p:nvPr>
        </p:nvSpPr>
        <p:spPr>
          <a:xfrm>
            <a:off x="4766172" y="3943968"/>
            <a:ext cx="2661665" cy="19200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16" name="Picture Placeholder 5">
            <a:extLst>
              <a:ext uri="{FF2B5EF4-FFF2-40B4-BE49-F238E27FC236}">
                <a16:creationId xmlns:a16="http://schemas.microsoft.com/office/drawing/2014/main" id="{379C8713-47DB-6665-EC36-148C9CB7B0C5}"/>
              </a:ext>
            </a:extLst>
          </p:cNvPr>
          <p:cNvSpPr>
            <a:spLocks noGrp="1"/>
          </p:cNvSpPr>
          <p:nvPr>
            <p:ph type="pic" sz="quarter" idx="14" hasCustomPrompt="1"/>
          </p:nvPr>
        </p:nvSpPr>
        <p:spPr>
          <a:xfrm>
            <a:off x="7581533" y="1915632"/>
            <a:ext cx="3840000" cy="3948337"/>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3" name="Text Placeholder 6"/>
          <p:cNvSpPr>
            <a:spLocks noGrp="1"/>
          </p:cNvSpPr>
          <p:nvPr>
            <p:ph type="body" idx="1"/>
          </p:nvPr>
        </p:nvSpPr>
        <p:spPr>
          <a:xfrm>
            <a:off x="762000" y="5969000"/>
            <a:ext cx="10659533" cy="290899"/>
          </a:xfrm>
          <a:prstGeom prst="rect">
            <a:avLst/>
          </a:prstGeom>
        </p:spPr>
        <p:txBody>
          <a:bodyPr lIns="0" tIns="0" rIns="0" bIns="0" numCol="1" spcCol="252000"/>
          <a:lstStyle>
            <a:lvl1pPr marL="0" indent="0">
              <a:buFontTx/>
              <a:buNone/>
              <a:defRPr sz="933" b="0" i="0">
                <a:solidFill>
                  <a:srgbClr val="3C3C3B"/>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8955569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peaker bios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0467" y="982131"/>
            <a:ext cx="10651067" cy="492443"/>
          </a:xfrm>
        </p:spPr>
        <p:txBody>
          <a:bodyPr lIns="0" tIns="0" rIns="0" bIns="0"/>
          <a:lstStyle>
            <a:lvl1pPr>
              <a:defRPr sz="3200" b="0" i="0">
                <a:solidFill>
                  <a:srgbClr val="E64626"/>
                </a:solidFill>
                <a:latin typeface="Times" pitchFamily="2" charset="0"/>
                <a:cs typeface="Times New Roman"/>
              </a:defRPr>
            </a:lvl1pPr>
          </a:lstStyle>
          <a:p>
            <a:r>
              <a:rPr lang="en-US" dirty="0"/>
              <a:t>Speaker bios with image</a:t>
            </a:r>
            <a:endParaRPr dirty="0"/>
          </a:p>
        </p:txBody>
      </p:sp>
      <p:sp>
        <p:nvSpPr>
          <p:cNvPr id="25" name="Picture Placeholder 2">
            <a:extLst>
              <a:ext uri="{FF2B5EF4-FFF2-40B4-BE49-F238E27FC236}">
                <a16:creationId xmlns:a16="http://schemas.microsoft.com/office/drawing/2014/main" id="{4BEE90D4-8B0A-FDDF-BF6B-72D8DFDC897A}"/>
              </a:ext>
            </a:extLst>
          </p:cNvPr>
          <p:cNvSpPr>
            <a:spLocks noGrp="1"/>
          </p:cNvSpPr>
          <p:nvPr>
            <p:ph type="pic" sz="quarter" idx="10" hasCustomPrompt="1"/>
          </p:nvPr>
        </p:nvSpPr>
        <p:spPr>
          <a:xfrm>
            <a:off x="2522897" y="1881064"/>
            <a:ext cx="1762760" cy="16256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16" name="Text Placeholder 3">
            <a:extLst>
              <a:ext uri="{FF2B5EF4-FFF2-40B4-BE49-F238E27FC236}">
                <a16:creationId xmlns:a16="http://schemas.microsoft.com/office/drawing/2014/main" id="{744D6788-A0C0-B174-4895-15A2149AC77C}"/>
              </a:ext>
            </a:extLst>
          </p:cNvPr>
          <p:cNvSpPr>
            <a:spLocks noGrp="1"/>
          </p:cNvSpPr>
          <p:nvPr>
            <p:ph type="body" idx="14" hasCustomPrompt="1"/>
          </p:nvPr>
        </p:nvSpPr>
        <p:spPr>
          <a:xfrm>
            <a:off x="2522898" y="3702537"/>
            <a:ext cx="2556933" cy="516979"/>
          </a:xfrm>
          <a:prstGeom prst="rect">
            <a:avLst/>
          </a:prstGeom>
        </p:spPr>
        <p:txBody>
          <a:bodyPr lIns="0" tIns="0" rIns="0" bIns="0" numCol="1" spcCol="252000"/>
          <a:lstStyle>
            <a:lvl1pPr marL="0" indent="0">
              <a:buFontTx/>
              <a:buNone/>
              <a:defRPr sz="1333" b="1" i="0">
                <a:solidFill>
                  <a:schemeClr val="accent1"/>
                </a:solidFill>
                <a:latin typeface="+mn-lt"/>
                <a:cs typeface="Arial"/>
              </a:defRPr>
            </a:lvl1pPr>
          </a:lstStyle>
          <a:p>
            <a:r>
              <a:rPr lang="en-AU" sz="1333" dirty="0">
                <a:solidFill>
                  <a:srgbClr val="3C3C3B"/>
                </a:solidFill>
                <a:latin typeface="Arial"/>
                <a:cs typeface="Arial"/>
              </a:rPr>
              <a:t>First Last 10pt Arial</a:t>
            </a:r>
          </a:p>
          <a:p>
            <a:r>
              <a:rPr lang="en-AU" sz="1333" dirty="0">
                <a:solidFill>
                  <a:srgbClr val="3C3C3B"/>
                </a:solidFill>
                <a:latin typeface="Arial"/>
                <a:cs typeface="Arial"/>
              </a:rPr>
              <a:t>Title goes here 10pt Times</a:t>
            </a:r>
            <a:endParaRPr dirty="0"/>
          </a:p>
        </p:txBody>
      </p:sp>
      <p:sp>
        <p:nvSpPr>
          <p:cNvPr id="3" name="Text Placeholder 4"/>
          <p:cNvSpPr>
            <a:spLocks noGrp="1"/>
          </p:cNvSpPr>
          <p:nvPr>
            <p:ph type="body" idx="1" hasCustomPrompt="1"/>
          </p:nvPr>
        </p:nvSpPr>
        <p:spPr>
          <a:xfrm>
            <a:off x="2522898" y="4487330"/>
            <a:ext cx="2556933" cy="1833549"/>
          </a:xfrm>
          <a:prstGeom prst="rect">
            <a:avLst/>
          </a:prstGeom>
        </p:spPr>
        <p:txBody>
          <a:bodyPr lIns="0" tIns="0" rIns="0" bIns="0" numCol="1" spcCol="252000"/>
          <a:lstStyle>
            <a:lvl1pPr marL="0" indent="0">
              <a:buFontTx/>
              <a:buNone/>
              <a:defRPr sz="1333" b="0" i="0">
                <a:solidFill>
                  <a:srgbClr val="3C3C3B"/>
                </a:solidFill>
                <a:latin typeface="Arial"/>
                <a:cs typeface="Arial"/>
              </a:defRPr>
            </a:lvl1pPr>
          </a:lstStyle>
          <a:p>
            <a:r>
              <a:rPr lang="en-AU" sz="1333" dirty="0">
                <a:solidFill>
                  <a:srgbClr val="3C3C3B"/>
                </a:solidFill>
                <a:latin typeface="Arial"/>
                <a:cs typeface="Arial"/>
              </a:rPr>
              <a:t>Body</a:t>
            </a:r>
            <a:r>
              <a:rPr lang="en-AU" sz="1333" spc="-7" dirty="0">
                <a:solidFill>
                  <a:srgbClr val="3C3C3B"/>
                </a:solidFill>
                <a:latin typeface="Arial"/>
                <a:cs typeface="Arial"/>
              </a:rPr>
              <a:t> </a:t>
            </a:r>
            <a:r>
              <a:rPr lang="en-AU" sz="1333" dirty="0">
                <a:solidFill>
                  <a:srgbClr val="3C3C3B"/>
                </a:solidFill>
                <a:latin typeface="Arial"/>
                <a:cs typeface="Arial"/>
              </a:rPr>
              <a:t>copy</a:t>
            </a:r>
            <a:r>
              <a:rPr lang="en-AU" sz="1333" spc="-7" dirty="0">
                <a:solidFill>
                  <a:srgbClr val="3C3C3B"/>
                </a:solidFill>
                <a:latin typeface="Arial"/>
                <a:cs typeface="Arial"/>
              </a:rPr>
              <a:t> </a:t>
            </a:r>
            <a:r>
              <a:rPr lang="en-AU" sz="1333" dirty="0">
                <a:solidFill>
                  <a:srgbClr val="3C3C3B"/>
                </a:solidFill>
                <a:latin typeface="Arial"/>
                <a:cs typeface="Arial"/>
              </a:rPr>
              <a:t>small</a:t>
            </a:r>
            <a:r>
              <a:rPr lang="en-AU" sz="1333" spc="-13" dirty="0">
                <a:solidFill>
                  <a:srgbClr val="3C3C3B"/>
                </a:solidFill>
                <a:latin typeface="Arial"/>
                <a:cs typeface="Arial"/>
              </a:rPr>
              <a:t> </a:t>
            </a:r>
            <a:r>
              <a:rPr lang="en-AU" sz="1333" dirty="0">
                <a:solidFill>
                  <a:srgbClr val="3C3C3B"/>
                </a:solidFill>
                <a:latin typeface="Arial"/>
                <a:cs typeface="Arial"/>
              </a:rPr>
              <a:t>10pt</a:t>
            </a:r>
            <a:endParaRPr dirty="0"/>
          </a:p>
        </p:txBody>
      </p:sp>
      <p:sp>
        <p:nvSpPr>
          <p:cNvPr id="26" name="Picture Placeholder 5">
            <a:extLst>
              <a:ext uri="{FF2B5EF4-FFF2-40B4-BE49-F238E27FC236}">
                <a16:creationId xmlns:a16="http://schemas.microsoft.com/office/drawing/2014/main" id="{5F9DD4CC-F211-99E0-B144-C7DF316647C9}"/>
              </a:ext>
            </a:extLst>
          </p:cNvPr>
          <p:cNvSpPr>
            <a:spLocks noGrp="1"/>
          </p:cNvSpPr>
          <p:nvPr>
            <p:ph type="pic" sz="quarter" idx="21" hasCustomPrompt="1"/>
          </p:nvPr>
        </p:nvSpPr>
        <p:spPr>
          <a:xfrm>
            <a:off x="5606925" y="1881064"/>
            <a:ext cx="1762760" cy="16256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0" name="Text Placeholder 6">
            <a:extLst>
              <a:ext uri="{FF2B5EF4-FFF2-40B4-BE49-F238E27FC236}">
                <a16:creationId xmlns:a16="http://schemas.microsoft.com/office/drawing/2014/main" id="{352B38CD-C9E2-6FCF-659C-51A52C84804C}"/>
              </a:ext>
            </a:extLst>
          </p:cNvPr>
          <p:cNvSpPr>
            <a:spLocks noGrp="1"/>
          </p:cNvSpPr>
          <p:nvPr>
            <p:ph type="body" idx="17" hasCustomPrompt="1"/>
          </p:nvPr>
        </p:nvSpPr>
        <p:spPr>
          <a:xfrm>
            <a:off x="5606926" y="3702537"/>
            <a:ext cx="2556933" cy="516979"/>
          </a:xfrm>
          <a:prstGeom prst="rect">
            <a:avLst/>
          </a:prstGeom>
        </p:spPr>
        <p:txBody>
          <a:bodyPr lIns="0" tIns="0" rIns="0" bIns="0" numCol="1" spcCol="252000"/>
          <a:lstStyle>
            <a:lvl1pPr marL="0" indent="0">
              <a:buFontTx/>
              <a:buNone/>
              <a:defRPr sz="1333" b="1" i="0">
                <a:solidFill>
                  <a:schemeClr val="accent1"/>
                </a:solidFill>
                <a:latin typeface="+mn-lt"/>
                <a:cs typeface="Arial"/>
              </a:defRPr>
            </a:lvl1pPr>
          </a:lstStyle>
          <a:p>
            <a:r>
              <a:rPr lang="en-AU" sz="1333" dirty="0">
                <a:solidFill>
                  <a:srgbClr val="3C3C3B"/>
                </a:solidFill>
                <a:latin typeface="Arial"/>
                <a:cs typeface="Arial"/>
              </a:rPr>
              <a:t>First Last 10pt Arial</a:t>
            </a:r>
          </a:p>
          <a:p>
            <a:r>
              <a:rPr lang="en-AU" sz="1333" dirty="0">
                <a:solidFill>
                  <a:srgbClr val="3C3C3B"/>
                </a:solidFill>
                <a:latin typeface="Arial"/>
                <a:cs typeface="Arial"/>
              </a:rPr>
              <a:t>Title goes here 10pt Times</a:t>
            </a:r>
            <a:endParaRPr dirty="0"/>
          </a:p>
        </p:txBody>
      </p:sp>
      <p:sp>
        <p:nvSpPr>
          <p:cNvPr id="17" name="Text Placeholder 7">
            <a:extLst>
              <a:ext uri="{FF2B5EF4-FFF2-40B4-BE49-F238E27FC236}">
                <a16:creationId xmlns:a16="http://schemas.microsoft.com/office/drawing/2014/main" id="{17CE8A92-798F-6C5E-0F46-EC0B5684D236}"/>
              </a:ext>
            </a:extLst>
          </p:cNvPr>
          <p:cNvSpPr>
            <a:spLocks noGrp="1"/>
          </p:cNvSpPr>
          <p:nvPr>
            <p:ph type="body" idx="15" hasCustomPrompt="1"/>
          </p:nvPr>
        </p:nvSpPr>
        <p:spPr>
          <a:xfrm>
            <a:off x="5606926" y="4487330"/>
            <a:ext cx="2556933" cy="1833549"/>
          </a:xfrm>
          <a:prstGeom prst="rect">
            <a:avLst/>
          </a:prstGeom>
        </p:spPr>
        <p:txBody>
          <a:bodyPr lIns="0" tIns="0" rIns="0" bIns="0" numCol="1" spcCol="252000"/>
          <a:lstStyle>
            <a:lvl1pPr marL="0" indent="0">
              <a:buFontTx/>
              <a:buNone/>
              <a:defRPr sz="1333" b="0" i="0">
                <a:solidFill>
                  <a:srgbClr val="3C3C3B"/>
                </a:solidFill>
                <a:latin typeface="Arial"/>
                <a:cs typeface="Arial"/>
              </a:defRPr>
            </a:lvl1pPr>
          </a:lstStyle>
          <a:p>
            <a:r>
              <a:rPr lang="en-AU" sz="1333" dirty="0">
                <a:solidFill>
                  <a:srgbClr val="3C3C3B"/>
                </a:solidFill>
                <a:latin typeface="Arial"/>
                <a:cs typeface="Arial"/>
              </a:rPr>
              <a:t>Body</a:t>
            </a:r>
            <a:r>
              <a:rPr lang="en-AU" sz="1333" spc="-7" dirty="0">
                <a:solidFill>
                  <a:srgbClr val="3C3C3B"/>
                </a:solidFill>
                <a:latin typeface="Arial"/>
                <a:cs typeface="Arial"/>
              </a:rPr>
              <a:t> </a:t>
            </a:r>
            <a:r>
              <a:rPr lang="en-AU" sz="1333" dirty="0">
                <a:solidFill>
                  <a:srgbClr val="3C3C3B"/>
                </a:solidFill>
                <a:latin typeface="Arial"/>
                <a:cs typeface="Arial"/>
              </a:rPr>
              <a:t>copy</a:t>
            </a:r>
            <a:r>
              <a:rPr lang="en-AU" sz="1333" spc="-7" dirty="0">
                <a:solidFill>
                  <a:srgbClr val="3C3C3B"/>
                </a:solidFill>
                <a:latin typeface="Arial"/>
                <a:cs typeface="Arial"/>
              </a:rPr>
              <a:t> </a:t>
            </a:r>
            <a:r>
              <a:rPr lang="en-AU" sz="1333" dirty="0">
                <a:solidFill>
                  <a:srgbClr val="3C3C3B"/>
                </a:solidFill>
                <a:latin typeface="Arial"/>
                <a:cs typeface="Arial"/>
              </a:rPr>
              <a:t>small</a:t>
            </a:r>
            <a:r>
              <a:rPr lang="en-AU" sz="1333" spc="-13" dirty="0">
                <a:solidFill>
                  <a:srgbClr val="3C3C3B"/>
                </a:solidFill>
                <a:latin typeface="Arial"/>
                <a:cs typeface="Arial"/>
              </a:rPr>
              <a:t> </a:t>
            </a:r>
            <a:r>
              <a:rPr lang="en-AU" sz="1333" dirty="0">
                <a:solidFill>
                  <a:srgbClr val="3C3C3B"/>
                </a:solidFill>
                <a:latin typeface="Arial"/>
                <a:cs typeface="Arial"/>
              </a:rPr>
              <a:t>10pt</a:t>
            </a:r>
            <a:endParaRPr dirty="0"/>
          </a:p>
        </p:txBody>
      </p:sp>
      <p:sp>
        <p:nvSpPr>
          <p:cNvPr id="27" name="Picture Placeholder 8">
            <a:extLst>
              <a:ext uri="{FF2B5EF4-FFF2-40B4-BE49-F238E27FC236}">
                <a16:creationId xmlns:a16="http://schemas.microsoft.com/office/drawing/2014/main" id="{33A6F673-B304-E705-5E66-2DBDA1BA7630}"/>
              </a:ext>
            </a:extLst>
          </p:cNvPr>
          <p:cNvSpPr>
            <a:spLocks noGrp="1"/>
          </p:cNvSpPr>
          <p:nvPr>
            <p:ph type="pic" sz="quarter" idx="22" hasCustomPrompt="1"/>
          </p:nvPr>
        </p:nvSpPr>
        <p:spPr>
          <a:xfrm>
            <a:off x="8734475" y="1881064"/>
            <a:ext cx="1762760" cy="1625600"/>
          </a:xfrm>
          <a:solidFill>
            <a:schemeClr val="bg1">
              <a:lumMod val="95000"/>
            </a:schemeClr>
          </a:solidFill>
        </p:spPr>
        <p:txBody>
          <a:bodyPr anchor="ctr" anchorCtr="0"/>
          <a:lstStyle>
            <a:lvl1pPr marL="0" indent="0" algn="ctr">
              <a:buNone/>
              <a:defRPr/>
            </a:lvl1pPr>
          </a:lstStyle>
          <a:p>
            <a:r>
              <a:rPr lang="en-US" dirty="0"/>
              <a:t>Click to add image</a:t>
            </a:r>
          </a:p>
        </p:txBody>
      </p:sp>
      <p:sp>
        <p:nvSpPr>
          <p:cNvPr id="24" name="Text Placeholder 9">
            <a:extLst>
              <a:ext uri="{FF2B5EF4-FFF2-40B4-BE49-F238E27FC236}">
                <a16:creationId xmlns:a16="http://schemas.microsoft.com/office/drawing/2014/main" id="{E08F0228-3E66-E48B-74F0-3A18CDB08DAE}"/>
              </a:ext>
            </a:extLst>
          </p:cNvPr>
          <p:cNvSpPr>
            <a:spLocks noGrp="1"/>
          </p:cNvSpPr>
          <p:nvPr>
            <p:ph type="body" idx="20" hasCustomPrompt="1"/>
          </p:nvPr>
        </p:nvSpPr>
        <p:spPr>
          <a:xfrm>
            <a:off x="8734475" y="3702537"/>
            <a:ext cx="2556933" cy="516979"/>
          </a:xfrm>
          <a:prstGeom prst="rect">
            <a:avLst/>
          </a:prstGeom>
        </p:spPr>
        <p:txBody>
          <a:bodyPr lIns="0" tIns="0" rIns="0" bIns="0" numCol="1" spcCol="252000"/>
          <a:lstStyle>
            <a:lvl1pPr marL="0" indent="0">
              <a:buFontTx/>
              <a:buNone/>
              <a:defRPr sz="1333" b="1" i="0">
                <a:solidFill>
                  <a:schemeClr val="accent1"/>
                </a:solidFill>
                <a:latin typeface="+mn-lt"/>
                <a:cs typeface="Arial"/>
              </a:defRPr>
            </a:lvl1pPr>
          </a:lstStyle>
          <a:p>
            <a:r>
              <a:rPr lang="en-AU" sz="1333" dirty="0">
                <a:solidFill>
                  <a:srgbClr val="3C3C3B"/>
                </a:solidFill>
                <a:latin typeface="Arial"/>
                <a:cs typeface="Arial"/>
              </a:rPr>
              <a:t>First Last 10pt Arial</a:t>
            </a:r>
          </a:p>
          <a:p>
            <a:r>
              <a:rPr lang="en-AU" sz="1333" dirty="0">
                <a:solidFill>
                  <a:srgbClr val="3C3C3B"/>
                </a:solidFill>
                <a:latin typeface="Arial"/>
                <a:cs typeface="Arial"/>
              </a:rPr>
              <a:t>Title goes here 10pt Times</a:t>
            </a:r>
            <a:endParaRPr dirty="0"/>
          </a:p>
        </p:txBody>
      </p:sp>
      <p:sp>
        <p:nvSpPr>
          <p:cNvPr id="21" name="Text Placeholder 10">
            <a:extLst>
              <a:ext uri="{FF2B5EF4-FFF2-40B4-BE49-F238E27FC236}">
                <a16:creationId xmlns:a16="http://schemas.microsoft.com/office/drawing/2014/main" id="{4BEEB3E0-898E-2BE3-26F4-15A3FF454115}"/>
              </a:ext>
            </a:extLst>
          </p:cNvPr>
          <p:cNvSpPr>
            <a:spLocks noGrp="1"/>
          </p:cNvSpPr>
          <p:nvPr>
            <p:ph type="body" idx="18" hasCustomPrompt="1"/>
          </p:nvPr>
        </p:nvSpPr>
        <p:spPr>
          <a:xfrm>
            <a:off x="8734475" y="4487330"/>
            <a:ext cx="2556933" cy="1833549"/>
          </a:xfrm>
          <a:prstGeom prst="rect">
            <a:avLst/>
          </a:prstGeom>
        </p:spPr>
        <p:txBody>
          <a:bodyPr lIns="0" tIns="0" rIns="0" bIns="0" numCol="1" spcCol="252000"/>
          <a:lstStyle>
            <a:lvl1pPr marL="0" indent="0">
              <a:buFontTx/>
              <a:buNone/>
              <a:defRPr sz="1333" b="0" i="0">
                <a:solidFill>
                  <a:srgbClr val="3C3C3B"/>
                </a:solidFill>
                <a:latin typeface="Arial"/>
                <a:cs typeface="Arial"/>
              </a:defRPr>
            </a:lvl1pPr>
          </a:lstStyle>
          <a:p>
            <a:r>
              <a:rPr lang="en-AU" sz="1333" dirty="0">
                <a:solidFill>
                  <a:srgbClr val="3C3C3B"/>
                </a:solidFill>
                <a:latin typeface="Arial"/>
                <a:cs typeface="Arial"/>
              </a:rPr>
              <a:t>Body</a:t>
            </a:r>
            <a:r>
              <a:rPr lang="en-AU" sz="1333" spc="-7" dirty="0">
                <a:solidFill>
                  <a:srgbClr val="3C3C3B"/>
                </a:solidFill>
                <a:latin typeface="Arial"/>
                <a:cs typeface="Arial"/>
              </a:rPr>
              <a:t> </a:t>
            </a:r>
            <a:r>
              <a:rPr lang="en-AU" sz="1333" dirty="0">
                <a:solidFill>
                  <a:srgbClr val="3C3C3B"/>
                </a:solidFill>
                <a:latin typeface="Arial"/>
                <a:cs typeface="Arial"/>
              </a:rPr>
              <a:t>copy</a:t>
            </a:r>
            <a:r>
              <a:rPr lang="en-AU" sz="1333" spc="-7" dirty="0">
                <a:solidFill>
                  <a:srgbClr val="3C3C3B"/>
                </a:solidFill>
                <a:latin typeface="Arial"/>
                <a:cs typeface="Arial"/>
              </a:rPr>
              <a:t> </a:t>
            </a:r>
            <a:r>
              <a:rPr lang="en-AU" sz="1333" dirty="0">
                <a:solidFill>
                  <a:srgbClr val="3C3C3B"/>
                </a:solidFill>
                <a:latin typeface="Arial"/>
                <a:cs typeface="Arial"/>
              </a:rPr>
              <a:t>small</a:t>
            </a:r>
            <a:r>
              <a:rPr lang="en-AU" sz="1333" spc="-13" dirty="0">
                <a:solidFill>
                  <a:srgbClr val="3C3C3B"/>
                </a:solidFill>
                <a:latin typeface="Arial"/>
                <a:cs typeface="Arial"/>
              </a:rPr>
              <a:t> </a:t>
            </a:r>
            <a:r>
              <a:rPr lang="en-AU" sz="1333" dirty="0">
                <a:solidFill>
                  <a:srgbClr val="3C3C3B"/>
                </a:solidFill>
                <a:latin typeface="Arial"/>
                <a:cs typeface="Arial"/>
              </a:rPr>
              <a:t>10pt</a:t>
            </a:r>
            <a:endParaRPr dirty="0"/>
          </a:p>
        </p:txBody>
      </p:sp>
    </p:spTree>
    <p:extLst>
      <p:ext uri="{BB962C8B-B14F-4D97-AF65-F5344CB8AC3E}">
        <p14:creationId xmlns:p14="http://schemas.microsoft.com/office/powerpoint/2010/main" val="1872771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peaker bios no imag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70467" y="982131"/>
            <a:ext cx="10651067" cy="492443"/>
          </a:xfrm>
        </p:spPr>
        <p:txBody>
          <a:bodyPr lIns="0" tIns="0" rIns="0" bIns="0"/>
          <a:lstStyle>
            <a:lvl1pPr>
              <a:defRPr sz="3200" b="0" i="0">
                <a:solidFill>
                  <a:srgbClr val="E64626"/>
                </a:solidFill>
                <a:latin typeface="Times" pitchFamily="2" charset="0"/>
                <a:cs typeface="Times New Roman"/>
              </a:defRPr>
            </a:lvl1pPr>
          </a:lstStyle>
          <a:p>
            <a:r>
              <a:rPr lang="en-US" dirty="0"/>
              <a:t>Speaker bios no image</a:t>
            </a:r>
            <a:endParaRPr dirty="0"/>
          </a:p>
        </p:txBody>
      </p:sp>
      <p:sp>
        <p:nvSpPr>
          <p:cNvPr id="12" name="Holder 1">
            <a:extLst>
              <a:ext uri="{FF2B5EF4-FFF2-40B4-BE49-F238E27FC236}">
                <a16:creationId xmlns:a16="http://schemas.microsoft.com/office/drawing/2014/main" id="{01046116-FA83-47AD-17FA-94D776E8C805}"/>
              </a:ext>
            </a:extLst>
          </p:cNvPr>
          <p:cNvSpPr>
            <a:spLocks noGrp="1"/>
          </p:cNvSpPr>
          <p:nvPr>
            <p:ph type="body" idx="15" hasCustomPrompt="1"/>
          </p:nvPr>
        </p:nvSpPr>
        <p:spPr>
          <a:xfrm>
            <a:off x="2516069" y="1901819"/>
            <a:ext cx="3947808" cy="492131"/>
          </a:xfrm>
          <a:prstGeom prst="rect">
            <a:avLst/>
          </a:prstGeom>
          <a:solidFill>
            <a:schemeClr val="accent1"/>
          </a:solidFill>
        </p:spPr>
        <p:txBody>
          <a:bodyPr lIns="251999" tIns="72000" rIns="251999" bIns="72000" numCol="1" spcCol="252000" anchor="ctr" anchorCtr="0"/>
          <a:lstStyle>
            <a:lvl1pPr marL="0" indent="0">
              <a:buFontTx/>
              <a:buNone/>
              <a:defRPr sz="1333" b="1" i="0">
                <a:solidFill>
                  <a:schemeClr val="bg1"/>
                </a:solidFill>
                <a:latin typeface="Arial"/>
                <a:cs typeface="Arial"/>
              </a:defRPr>
            </a:lvl1pPr>
          </a:lstStyle>
          <a:p>
            <a:r>
              <a:rPr lang="en-AU" sz="1333" dirty="0">
                <a:solidFill>
                  <a:srgbClr val="3C3C3B"/>
                </a:solidFill>
                <a:latin typeface="Arial"/>
                <a:cs typeface="Arial"/>
              </a:rPr>
              <a:t>Heading 10pt</a:t>
            </a:r>
            <a:endParaRPr dirty="0"/>
          </a:p>
        </p:txBody>
      </p:sp>
      <p:sp>
        <p:nvSpPr>
          <p:cNvPr id="3" name="Holder 2"/>
          <p:cNvSpPr>
            <a:spLocks noGrp="1"/>
          </p:cNvSpPr>
          <p:nvPr>
            <p:ph type="body" idx="1" hasCustomPrompt="1"/>
          </p:nvPr>
        </p:nvSpPr>
        <p:spPr>
          <a:xfrm>
            <a:off x="2516069" y="2393950"/>
            <a:ext cx="3947808" cy="3693583"/>
          </a:xfrm>
          <a:prstGeom prst="rect">
            <a:avLst/>
          </a:prstGeom>
          <a:solidFill>
            <a:schemeClr val="bg2"/>
          </a:solidFill>
        </p:spPr>
        <p:txBody>
          <a:bodyPr lIns="251999" tIns="251999" rIns="251999" bIns="251999" numCol="1" spcCol="252000"/>
          <a:lstStyle>
            <a:lvl1pPr marL="228594" indent="-228594">
              <a:buFont typeface="System Font Regular"/>
              <a:buChar char="-"/>
              <a:defRPr sz="1333" b="0" i="0">
                <a:solidFill>
                  <a:srgbClr val="3C3C3B"/>
                </a:solidFill>
                <a:latin typeface="Arial"/>
                <a:cs typeface="Arial"/>
              </a:defRPr>
            </a:lvl1pPr>
          </a:lstStyle>
          <a:p>
            <a:r>
              <a:rPr lang="en-AU" sz="1333" dirty="0">
                <a:solidFill>
                  <a:srgbClr val="3C3C3B"/>
                </a:solidFill>
                <a:latin typeface="Arial"/>
                <a:cs typeface="Arial"/>
              </a:rPr>
              <a:t>Body</a:t>
            </a:r>
            <a:r>
              <a:rPr lang="en-AU" sz="1333" spc="-7" dirty="0">
                <a:solidFill>
                  <a:srgbClr val="3C3C3B"/>
                </a:solidFill>
                <a:latin typeface="Arial"/>
                <a:cs typeface="Arial"/>
              </a:rPr>
              <a:t> </a:t>
            </a:r>
            <a:r>
              <a:rPr lang="en-AU" sz="1333" dirty="0">
                <a:solidFill>
                  <a:srgbClr val="3C3C3B"/>
                </a:solidFill>
                <a:latin typeface="Arial"/>
                <a:cs typeface="Arial"/>
              </a:rPr>
              <a:t>copy</a:t>
            </a:r>
            <a:r>
              <a:rPr lang="en-AU" sz="1333" spc="-7" dirty="0">
                <a:solidFill>
                  <a:srgbClr val="3C3C3B"/>
                </a:solidFill>
                <a:latin typeface="Arial"/>
                <a:cs typeface="Arial"/>
              </a:rPr>
              <a:t> </a:t>
            </a:r>
            <a:r>
              <a:rPr lang="en-AU" sz="1333" dirty="0">
                <a:solidFill>
                  <a:srgbClr val="3C3C3B"/>
                </a:solidFill>
                <a:latin typeface="Arial"/>
                <a:cs typeface="Arial"/>
              </a:rPr>
              <a:t>small</a:t>
            </a:r>
            <a:r>
              <a:rPr lang="en-AU" sz="1333" spc="-13" dirty="0">
                <a:solidFill>
                  <a:srgbClr val="3C3C3B"/>
                </a:solidFill>
                <a:latin typeface="Arial"/>
                <a:cs typeface="Arial"/>
              </a:rPr>
              <a:t> </a:t>
            </a:r>
            <a:r>
              <a:rPr lang="en-AU" sz="1333" dirty="0">
                <a:solidFill>
                  <a:srgbClr val="3C3C3B"/>
                </a:solidFill>
                <a:latin typeface="Arial"/>
                <a:cs typeface="Arial"/>
              </a:rPr>
              <a:t>10pt</a:t>
            </a:r>
          </a:p>
          <a:p>
            <a:endParaRPr lang="en-AU" dirty="0"/>
          </a:p>
        </p:txBody>
      </p:sp>
      <p:sp>
        <p:nvSpPr>
          <p:cNvPr id="15" name="Holder 3">
            <a:extLst>
              <a:ext uri="{FF2B5EF4-FFF2-40B4-BE49-F238E27FC236}">
                <a16:creationId xmlns:a16="http://schemas.microsoft.com/office/drawing/2014/main" id="{2593A6BD-50DF-0434-8D9C-6C5105B37941}"/>
              </a:ext>
            </a:extLst>
          </p:cNvPr>
          <p:cNvSpPr>
            <a:spLocks noGrp="1"/>
          </p:cNvSpPr>
          <p:nvPr>
            <p:ph type="body" idx="17" hasCustomPrompt="1"/>
          </p:nvPr>
        </p:nvSpPr>
        <p:spPr>
          <a:xfrm>
            <a:off x="6950611" y="1901819"/>
            <a:ext cx="3947808" cy="492131"/>
          </a:xfrm>
          <a:prstGeom prst="rect">
            <a:avLst/>
          </a:prstGeom>
          <a:solidFill>
            <a:schemeClr val="accent1"/>
          </a:solidFill>
        </p:spPr>
        <p:txBody>
          <a:bodyPr lIns="251999" tIns="72000" rIns="251999" bIns="72000" numCol="1" spcCol="252000" anchor="ctr" anchorCtr="0"/>
          <a:lstStyle>
            <a:lvl1pPr marL="0" indent="0">
              <a:buFontTx/>
              <a:buNone/>
              <a:defRPr sz="1333" b="1" i="0">
                <a:solidFill>
                  <a:schemeClr val="bg1"/>
                </a:solidFill>
                <a:latin typeface="Arial"/>
                <a:cs typeface="Arial"/>
              </a:defRPr>
            </a:lvl1pPr>
          </a:lstStyle>
          <a:p>
            <a:r>
              <a:rPr lang="en-AU" sz="1333" dirty="0">
                <a:solidFill>
                  <a:srgbClr val="3C3C3B"/>
                </a:solidFill>
                <a:latin typeface="Arial"/>
                <a:cs typeface="Arial"/>
              </a:rPr>
              <a:t>Heading 10pt</a:t>
            </a:r>
            <a:endParaRPr dirty="0"/>
          </a:p>
        </p:txBody>
      </p:sp>
      <p:sp>
        <p:nvSpPr>
          <p:cNvPr id="13" name="Holder 4">
            <a:extLst>
              <a:ext uri="{FF2B5EF4-FFF2-40B4-BE49-F238E27FC236}">
                <a16:creationId xmlns:a16="http://schemas.microsoft.com/office/drawing/2014/main" id="{980934C0-12AC-D7ED-F525-AC922980850D}"/>
              </a:ext>
            </a:extLst>
          </p:cNvPr>
          <p:cNvSpPr>
            <a:spLocks noGrp="1"/>
          </p:cNvSpPr>
          <p:nvPr>
            <p:ph type="body" idx="16" hasCustomPrompt="1"/>
          </p:nvPr>
        </p:nvSpPr>
        <p:spPr>
          <a:xfrm>
            <a:off x="6950611" y="2393950"/>
            <a:ext cx="3947808" cy="3693583"/>
          </a:xfrm>
          <a:prstGeom prst="rect">
            <a:avLst/>
          </a:prstGeom>
          <a:solidFill>
            <a:schemeClr val="bg2"/>
          </a:solidFill>
        </p:spPr>
        <p:txBody>
          <a:bodyPr lIns="251999" tIns="251999" rIns="251999" bIns="251999" numCol="1" spcCol="252000"/>
          <a:lstStyle>
            <a:lvl1pPr marL="228594" indent="-228594">
              <a:buFont typeface="System Font Regular"/>
              <a:buChar char="-"/>
              <a:defRPr sz="1333" b="0" i="0">
                <a:solidFill>
                  <a:srgbClr val="3C3C3B"/>
                </a:solidFill>
                <a:latin typeface="Arial"/>
                <a:cs typeface="Arial"/>
              </a:defRPr>
            </a:lvl1pPr>
          </a:lstStyle>
          <a:p>
            <a:r>
              <a:rPr lang="en-AU" sz="1333" dirty="0">
                <a:solidFill>
                  <a:srgbClr val="3C3C3B"/>
                </a:solidFill>
                <a:latin typeface="Arial"/>
                <a:cs typeface="Arial"/>
              </a:rPr>
              <a:t>Body</a:t>
            </a:r>
            <a:r>
              <a:rPr lang="en-AU" sz="1333" spc="-7" dirty="0">
                <a:solidFill>
                  <a:srgbClr val="3C3C3B"/>
                </a:solidFill>
                <a:latin typeface="Arial"/>
                <a:cs typeface="Arial"/>
              </a:rPr>
              <a:t> </a:t>
            </a:r>
            <a:r>
              <a:rPr lang="en-AU" sz="1333" dirty="0">
                <a:solidFill>
                  <a:srgbClr val="3C3C3B"/>
                </a:solidFill>
                <a:latin typeface="Arial"/>
                <a:cs typeface="Arial"/>
              </a:rPr>
              <a:t>copy</a:t>
            </a:r>
            <a:r>
              <a:rPr lang="en-AU" sz="1333" spc="-7" dirty="0">
                <a:solidFill>
                  <a:srgbClr val="3C3C3B"/>
                </a:solidFill>
                <a:latin typeface="Arial"/>
                <a:cs typeface="Arial"/>
              </a:rPr>
              <a:t> </a:t>
            </a:r>
            <a:r>
              <a:rPr lang="en-AU" sz="1333" dirty="0">
                <a:solidFill>
                  <a:srgbClr val="3C3C3B"/>
                </a:solidFill>
                <a:latin typeface="Arial"/>
                <a:cs typeface="Arial"/>
              </a:rPr>
              <a:t>small</a:t>
            </a:r>
            <a:r>
              <a:rPr lang="en-AU" sz="1333" spc="-13" dirty="0">
                <a:solidFill>
                  <a:srgbClr val="3C3C3B"/>
                </a:solidFill>
                <a:latin typeface="Arial"/>
                <a:cs typeface="Arial"/>
              </a:rPr>
              <a:t> </a:t>
            </a:r>
            <a:r>
              <a:rPr lang="en-AU" sz="1333" dirty="0">
                <a:solidFill>
                  <a:srgbClr val="3C3C3B"/>
                </a:solidFill>
                <a:latin typeface="Arial"/>
                <a:cs typeface="Arial"/>
              </a:rPr>
              <a:t>10pt</a:t>
            </a:r>
            <a:endParaRPr dirty="0"/>
          </a:p>
        </p:txBody>
      </p:sp>
    </p:spTree>
    <p:extLst>
      <p:ext uri="{BB962C8B-B14F-4D97-AF65-F5344CB8AC3E}">
        <p14:creationId xmlns:p14="http://schemas.microsoft.com/office/powerpoint/2010/main" val="1562274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1BD7-22BC-532C-DE2F-3B42E0F731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3333437-F10E-14D4-4101-16095191F1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66AED86-1F60-72DE-8C63-E76A0FC73ADF}"/>
              </a:ext>
            </a:extLst>
          </p:cNvPr>
          <p:cNvSpPr>
            <a:spLocks noGrp="1"/>
          </p:cNvSpPr>
          <p:nvPr>
            <p:ph type="dt" sz="half" idx="10"/>
          </p:nvPr>
        </p:nvSpPr>
        <p:spPr/>
        <p:txBody>
          <a:bodyPr/>
          <a:lstStyle/>
          <a:p>
            <a:fld id="{FCCB23FE-B22F-40D3-8C1E-27FC257FCBDB}" type="datetimeFigureOut">
              <a:rPr lang="en-AU" smtClean="0"/>
              <a:t>7/7/2026</a:t>
            </a:fld>
            <a:endParaRPr lang="en-AU"/>
          </a:p>
        </p:txBody>
      </p:sp>
      <p:sp>
        <p:nvSpPr>
          <p:cNvPr id="5" name="Footer Placeholder 4">
            <a:extLst>
              <a:ext uri="{FF2B5EF4-FFF2-40B4-BE49-F238E27FC236}">
                <a16:creationId xmlns:a16="http://schemas.microsoft.com/office/drawing/2014/main" id="{80286C69-5338-CE86-FA6F-2CA3624E69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DE2E48F-1C3B-CAF4-7B8A-0D60BFBCD0C8}"/>
              </a:ext>
            </a:extLst>
          </p:cNvPr>
          <p:cNvSpPr>
            <a:spLocks noGrp="1"/>
          </p:cNvSpPr>
          <p:nvPr>
            <p:ph type="sldNum" sz="quarter" idx="12"/>
          </p:nvPr>
        </p:nvSpPr>
        <p:spPr/>
        <p:txBody>
          <a:bodyPr/>
          <a:lstStyle/>
          <a:p>
            <a:fld id="{66317CB4-6FEE-4270-B879-9063872DC629}" type="slidenum">
              <a:rPr lang="en-AU" smtClean="0"/>
              <a:t>‹#›</a:t>
            </a:fld>
            <a:endParaRPr lang="en-AU"/>
          </a:p>
        </p:txBody>
      </p:sp>
    </p:spTree>
    <p:extLst>
      <p:ext uri="{BB962C8B-B14F-4D97-AF65-F5344CB8AC3E}">
        <p14:creationId xmlns:p14="http://schemas.microsoft.com/office/powerpoint/2010/main" val="21468183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E81B-4375-C65B-B9BC-4F102DC5EAA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68FF2DA-8897-02EF-D7C4-D7158DCE06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AB48CE-EE52-F648-48FE-40AC291B584E}"/>
              </a:ext>
            </a:extLst>
          </p:cNvPr>
          <p:cNvSpPr>
            <a:spLocks noGrp="1"/>
          </p:cNvSpPr>
          <p:nvPr>
            <p:ph type="dt" sz="half" idx="10"/>
          </p:nvPr>
        </p:nvSpPr>
        <p:spPr/>
        <p:txBody>
          <a:bodyPr/>
          <a:lstStyle/>
          <a:p>
            <a:fld id="{FCCB23FE-B22F-40D3-8C1E-27FC257FCBDB}" type="datetimeFigureOut">
              <a:rPr lang="en-AU" smtClean="0"/>
              <a:t>7/7/2026</a:t>
            </a:fld>
            <a:endParaRPr lang="en-AU"/>
          </a:p>
        </p:txBody>
      </p:sp>
      <p:sp>
        <p:nvSpPr>
          <p:cNvPr id="5" name="Footer Placeholder 4">
            <a:extLst>
              <a:ext uri="{FF2B5EF4-FFF2-40B4-BE49-F238E27FC236}">
                <a16:creationId xmlns:a16="http://schemas.microsoft.com/office/drawing/2014/main" id="{7A16E4CF-DFE9-21B0-7E2E-323DD84051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D4A1DB4-2BF8-33C5-30B9-B77C16F92011}"/>
              </a:ext>
            </a:extLst>
          </p:cNvPr>
          <p:cNvSpPr>
            <a:spLocks noGrp="1"/>
          </p:cNvSpPr>
          <p:nvPr>
            <p:ph type="sldNum" sz="quarter" idx="12"/>
          </p:nvPr>
        </p:nvSpPr>
        <p:spPr/>
        <p:txBody>
          <a:bodyPr/>
          <a:lstStyle/>
          <a:p>
            <a:fld id="{66317CB4-6FEE-4270-B879-9063872DC629}" type="slidenum">
              <a:rPr lang="en-AU" smtClean="0"/>
              <a:t>‹#›</a:t>
            </a:fld>
            <a:endParaRPr lang="en-AU"/>
          </a:p>
        </p:txBody>
      </p:sp>
    </p:spTree>
    <p:extLst>
      <p:ext uri="{BB962C8B-B14F-4D97-AF65-F5344CB8AC3E}">
        <p14:creationId xmlns:p14="http://schemas.microsoft.com/office/powerpoint/2010/main" val="4001965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526C391-EC2F-854E-3FAC-8EDA85399D7C}"/>
              </a:ext>
            </a:extLst>
          </p:cNvPr>
          <p:cNvSpPr>
            <a:spLocks noGrp="1"/>
          </p:cNvSpPr>
          <p:nvPr>
            <p:ph type="body" sz="quarter" idx="13" hasCustomPrompt="1"/>
          </p:nvPr>
        </p:nvSpPr>
        <p:spPr>
          <a:xfrm>
            <a:off x="749378" y="766233"/>
            <a:ext cx="7378623" cy="1422400"/>
          </a:xfrm>
          <a:prstGeom prst="rect">
            <a:avLst/>
          </a:prstGeom>
        </p:spPr>
        <p:txBody>
          <a:bodyPr lIns="0" tIns="0" rIns="0" bIns="0"/>
          <a:lstStyle>
            <a:lvl1pPr marL="0" indent="0">
              <a:buFontTx/>
              <a:buNone/>
              <a:defRPr sz="3733">
                <a:solidFill>
                  <a:schemeClr val="tx1"/>
                </a:solidFill>
              </a:defRPr>
            </a:lvl1pPr>
          </a:lstStyle>
          <a:p>
            <a:r>
              <a:rPr lang="en-GB" dirty="0"/>
              <a:t>Heading sits here</a:t>
            </a:r>
          </a:p>
          <a:p>
            <a:r>
              <a:rPr lang="en-GB" dirty="0"/>
              <a:t>1-2 lines of copy 28pt</a:t>
            </a:r>
            <a:endParaRPr lang="en-US" dirty="0"/>
          </a:p>
        </p:txBody>
      </p:sp>
      <p:sp>
        <p:nvSpPr>
          <p:cNvPr id="7" name="Text Placeholder 2">
            <a:extLst>
              <a:ext uri="{FF2B5EF4-FFF2-40B4-BE49-F238E27FC236}">
                <a16:creationId xmlns:a16="http://schemas.microsoft.com/office/drawing/2014/main" id="{9EC1A71F-2256-88FB-1073-78B7D8E702C3}"/>
              </a:ext>
            </a:extLst>
          </p:cNvPr>
          <p:cNvSpPr>
            <a:spLocks noGrp="1"/>
          </p:cNvSpPr>
          <p:nvPr>
            <p:ph type="body" sz="quarter" idx="16" hasCustomPrompt="1"/>
          </p:nvPr>
        </p:nvSpPr>
        <p:spPr>
          <a:xfrm>
            <a:off x="762001" y="2417231"/>
            <a:ext cx="7378623" cy="1422400"/>
          </a:xfrm>
          <a:prstGeom prst="rect">
            <a:avLst/>
          </a:prstGeom>
        </p:spPr>
        <p:txBody>
          <a:bodyPr lIns="0" tIns="0" rIns="0" bIns="0"/>
          <a:lstStyle>
            <a:lvl1pPr marL="0" indent="0">
              <a:buFontTx/>
              <a:buNone/>
              <a:defRPr sz="3733" b="0" i="1">
                <a:solidFill>
                  <a:schemeClr val="tx1"/>
                </a:solidFill>
                <a:latin typeface="Times" pitchFamily="2" charset="0"/>
              </a:defRPr>
            </a:lvl1pPr>
          </a:lstStyle>
          <a:p>
            <a:r>
              <a:rPr lang="en-GB" dirty="0"/>
              <a:t>Presentation subheading </a:t>
            </a:r>
            <a:br>
              <a:rPr lang="en-GB" dirty="0"/>
            </a:br>
            <a:r>
              <a:rPr lang="en-GB" dirty="0"/>
              <a:t>can go over 2 lines 28pt</a:t>
            </a:r>
            <a:endParaRPr lang="en-US" dirty="0"/>
          </a:p>
        </p:txBody>
      </p:sp>
      <p:sp>
        <p:nvSpPr>
          <p:cNvPr id="6" name="Text Placeholder 3">
            <a:extLst>
              <a:ext uri="{FF2B5EF4-FFF2-40B4-BE49-F238E27FC236}">
                <a16:creationId xmlns:a16="http://schemas.microsoft.com/office/drawing/2014/main" id="{EA5ABDE1-C8DD-9C86-C1BA-029E99357DDA}"/>
              </a:ext>
            </a:extLst>
          </p:cNvPr>
          <p:cNvSpPr>
            <a:spLocks noGrp="1"/>
          </p:cNvSpPr>
          <p:nvPr>
            <p:ph type="body" sz="quarter" idx="15" hasCustomPrompt="1"/>
          </p:nvPr>
        </p:nvSpPr>
        <p:spPr>
          <a:xfrm>
            <a:off x="749378" y="4144433"/>
            <a:ext cx="7378623" cy="808567"/>
          </a:xfrm>
          <a:prstGeom prst="rect">
            <a:avLst/>
          </a:prstGeom>
        </p:spPr>
        <p:txBody>
          <a:bodyPr lIns="0" tIns="0" rIns="0" bIns="0"/>
          <a:lstStyle>
            <a:lvl1pPr marL="0" indent="0">
              <a:buFontTx/>
              <a:buNone/>
              <a:defRPr sz="1867">
                <a:solidFill>
                  <a:schemeClr val="tx1"/>
                </a:solidFill>
              </a:defRPr>
            </a:lvl1pPr>
          </a:lstStyle>
          <a:p>
            <a:r>
              <a:rPr lang="en-GB" dirty="0"/>
              <a:t>Presented by 14pt</a:t>
            </a:r>
            <a:endParaRPr lang="en-US" dirty="0"/>
          </a:p>
        </p:txBody>
      </p:sp>
      <p:sp>
        <p:nvSpPr>
          <p:cNvPr id="8" name="TextBox 7">
            <a:extLst>
              <a:ext uri="{FF2B5EF4-FFF2-40B4-BE49-F238E27FC236}">
                <a16:creationId xmlns:a16="http://schemas.microsoft.com/office/drawing/2014/main" id="{262845E8-E21B-1585-9AF6-BBB77FE87561}"/>
              </a:ext>
            </a:extLst>
          </p:cNvPr>
          <p:cNvSpPr txBox="1"/>
          <p:nvPr userDrawn="1"/>
        </p:nvSpPr>
        <p:spPr>
          <a:xfrm rot="16200000">
            <a:off x="10586937" y="4876745"/>
            <a:ext cx="2440351" cy="194990"/>
          </a:xfrm>
          <a:prstGeom prst="rect">
            <a:avLst/>
          </a:prstGeom>
          <a:noFill/>
        </p:spPr>
        <p:txBody>
          <a:bodyPr wrap="square" rtlCol="0">
            <a:spAutoFit/>
          </a:bodyPr>
          <a:lstStyle/>
          <a:p>
            <a:r>
              <a:rPr lang="en-US" sz="667" dirty="0"/>
              <a:t>CRICOS 00026A    TEQSA PRV12057</a:t>
            </a:r>
          </a:p>
        </p:txBody>
      </p:sp>
      <p:pic>
        <p:nvPicPr>
          <p:cNvPr id="11" name="Picture">
            <a:extLst>
              <a:ext uri="{FF2B5EF4-FFF2-40B4-BE49-F238E27FC236}">
                <a16:creationId xmlns:a16="http://schemas.microsoft.com/office/drawing/2014/main" id="{026371A5-B0B4-75FD-EDA9-FAF993970A5F}"/>
              </a:ext>
            </a:extLst>
          </p:cNvPr>
          <p:cNvPicPr>
            <a:picLocks noChangeAspect="1"/>
          </p:cNvPicPr>
          <p:nvPr userDrawn="1"/>
        </p:nvPicPr>
        <p:blipFill>
          <a:blip r:embed="rId2"/>
          <a:stretch>
            <a:fillRect/>
          </a:stretch>
        </p:blipFill>
        <p:spPr>
          <a:xfrm>
            <a:off x="779137" y="5445078"/>
            <a:ext cx="2490252" cy="875881"/>
          </a:xfrm>
          <a:prstGeom prst="rect">
            <a:avLst/>
          </a:prstGeom>
        </p:spPr>
      </p:pic>
      <p:sp>
        <p:nvSpPr>
          <p:cNvPr id="34" name="Text Placeholder 4">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6299201" y="5606560"/>
            <a:ext cx="4669700" cy="552915"/>
          </a:xfrm>
          <a:prstGeom prst="rect">
            <a:avLst/>
          </a:prstGeom>
        </p:spPr>
        <p:txBody>
          <a:bodyPr anchor="b" anchorCtr="0"/>
          <a:lstStyle>
            <a:lvl1pPr marL="0" indent="0" algn="r">
              <a:buNone/>
              <a:defRPr sz="1867" b="1">
                <a:solidFill>
                  <a:schemeClr val="tx1"/>
                </a:solidFill>
              </a:defRPr>
            </a:lvl1pPr>
          </a:lstStyle>
          <a:p>
            <a:pPr lvl="0"/>
            <a:r>
              <a:rPr lang="en-GB" dirty="0" err="1"/>
              <a:t>sydney.edu.au</a:t>
            </a:r>
            <a:r>
              <a:rPr lang="en-GB" dirty="0"/>
              <a:t>/</a:t>
            </a:r>
            <a:r>
              <a:rPr lang="en-GB" dirty="0" err="1"/>
              <a:t>xxxxx</a:t>
            </a:r>
            <a:endParaRPr lang="en-US" dirty="0"/>
          </a:p>
        </p:txBody>
      </p:sp>
    </p:spTree>
    <p:extLst>
      <p:ext uri="{BB962C8B-B14F-4D97-AF65-F5344CB8AC3E}">
        <p14:creationId xmlns:p14="http://schemas.microsoft.com/office/powerpoint/2010/main" val="126558088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7B6FB2-6FB1-E8EE-71E2-F3031BBC4CFE}"/>
              </a:ext>
            </a:extLst>
          </p:cNvPr>
          <p:cNvSpPr>
            <a:spLocks noGrp="1"/>
          </p:cNvSpPr>
          <p:nvPr>
            <p:ph type="body" sz="quarter" idx="13" hasCustomPrompt="1"/>
          </p:nvPr>
        </p:nvSpPr>
        <p:spPr>
          <a:xfrm>
            <a:off x="749378" y="766233"/>
            <a:ext cx="7378623" cy="1422400"/>
          </a:xfrm>
          <a:prstGeom prst="rect">
            <a:avLst/>
          </a:prstGeom>
        </p:spPr>
        <p:txBody>
          <a:bodyPr lIns="0" tIns="0" rIns="0" bIns="0"/>
          <a:lstStyle>
            <a:lvl1pPr marL="0" indent="0">
              <a:buFontTx/>
              <a:buNone/>
              <a:defRPr sz="3733">
                <a:solidFill>
                  <a:schemeClr val="tx1"/>
                </a:solidFill>
              </a:defRPr>
            </a:lvl1pPr>
          </a:lstStyle>
          <a:p>
            <a:r>
              <a:rPr lang="en-GB" dirty="0"/>
              <a:t>Heading sits here</a:t>
            </a:r>
          </a:p>
          <a:p>
            <a:r>
              <a:rPr lang="en-GB" dirty="0"/>
              <a:t>1-2 lines of copy 28pt</a:t>
            </a:r>
            <a:endParaRPr lang="en-US" dirty="0"/>
          </a:p>
        </p:txBody>
      </p:sp>
      <p:sp>
        <p:nvSpPr>
          <p:cNvPr id="7" name="Text Placeholder 2">
            <a:extLst>
              <a:ext uri="{FF2B5EF4-FFF2-40B4-BE49-F238E27FC236}">
                <a16:creationId xmlns:a16="http://schemas.microsoft.com/office/drawing/2014/main" id="{C73DE4E7-C9AA-0998-373D-DCFBF8D610D2}"/>
              </a:ext>
            </a:extLst>
          </p:cNvPr>
          <p:cNvSpPr>
            <a:spLocks noGrp="1"/>
          </p:cNvSpPr>
          <p:nvPr>
            <p:ph type="body" sz="quarter" idx="15" hasCustomPrompt="1"/>
          </p:nvPr>
        </p:nvSpPr>
        <p:spPr>
          <a:xfrm>
            <a:off x="749378" y="2417696"/>
            <a:ext cx="7378623" cy="2535304"/>
          </a:xfrm>
          <a:prstGeom prst="rect">
            <a:avLst/>
          </a:prstGeom>
        </p:spPr>
        <p:txBody>
          <a:bodyPr lIns="0" tIns="0" rIns="0" bIns="0"/>
          <a:lstStyle>
            <a:lvl1pPr marL="0" indent="0">
              <a:buFontTx/>
              <a:buNone/>
              <a:defRPr sz="1867">
                <a:solidFill>
                  <a:schemeClr val="tx1"/>
                </a:solidFill>
              </a:defRPr>
            </a:lvl1pPr>
          </a:lstStyle>
          <a:p>
            <a:r>
              <a:rPr lang="en-GB" dirty="0"/>
              <a:t>Presented by 14pt</a:t>
            </a:r>
            <a:endParaRPr lang="en-US" dirty="0"/>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6299201" y="5606560"/>
            <a:ext cx="4669700" cy="552915"/>
          </a:xfrm>
          <a:prstGeom prst="rect">
            <a:avLst/>
          </a:prstGeom>
        </p:spPr>
        <p:txBody>
          <a:bodyPr anchor="b" anchorCtr="0"/>
          <a:lstStyle>
            <a:lvl1pPr marL="0" indent="0" algn="r">
              <a:buNone/>
              <a:defRPr sz="1867"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2"/>
          <a:stretch>
            <a:fillRect/>
          </a:stretch>
        </p:blipFill>
        <p:spPr>
          <a:xfrm>
            <a:off x="779137" y="5445078"/>
            <a:ext cx="2490252" cy="875881"/>
          </a:xfrm>
          <a:prstGeom prst="rect">
            <a:avLst/>
          </a:prstGeom>
        </p:spPr>
      </p:pic>
      <p:sp>
        <p:nvSpPr>
          <p:cNvPr id="2" name="Text Placeholder 5">
            <a:extLst>
              <a:ext uri="{FF2B5EF4-FFF2-40B4-BE49-F238E27FC236}">
                <a16:creationId xmlns:a16="http://schemas.microsoft.com/office/drawing/2014/main" id="{BD0328F7-E70B-70FE-8296-A6A9465B3C0D}"/>
              </a:ext>
            </a:extLst>
          </p:cNvPr>
          <p:cNvSpPr txBox="1"/>
          <p:nvPr userDrawn="1"/>
        </p:nvSpPr>
        <p:spPr>
          <a:xfrm rot="16200000">
            <a:off x="10586937" y="4876745"/>
            <a:ext cx="2440351" cy="194990"/>
          </a:xfrm>
          <a:prstGeom prst="rect">
            <a:avLst/>
          </a:prstGeom>
          <a:noFill/>
        </p:spPr>
        <p:txBody>
          <a:bodyPr wrap="square" rtlCol="0">
            <a:spAutoFit/>
          </a:bodyPr>
          <a:lstStyle/>
          <a:p>
            <a:r>
              <a:rPr lang="en-US" sz="667" dirty="0"/>
              <a:t>CRICOS 00026A    TEQSA PRV12057</a:t>
            </a:r>
          </a:p>
        </p:txBody>
      </p:sp>
    </p:spTree>
    <p:extLst>
      <p:ext uri="{BB962C8B-B14F-4D97-AF65-F5344CB8AC3E}">
        <p14:creationId xmlns:p14="http://schemas.microsoft.com/office/powerpoint/2010/main" val="182463060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image 1">
    <p:bg>
      <p:bgRef idx="1001">
        <a:schemeClr val="bg1"/>
      </p:bgRef>
    </p:bg>
    <p:spTree>
      <p:nvGrpSpPr>
        <p:cNvPr id="1" name=""/>
        <p:cNvGrpSpPr/>
        <p:nvPr/>
      </p:nvGrpSpPr>
      <p:grpSpPr>
        <a:xfrm>
          <a:off x="0" y="0"/>
          <a:ext cx="0" cy="0"/>
          <a:chOff x="0" y="0"/>
          <a:chExt cx="0" cy="0"/>
        </a:xfrm>
      </p:grpSpPr>
      <p:pic>
        <p:nvPicPr>
          <p:cNvPr id="8" name="object 7">
            <a:extLst>
              <a:ext uri="{FF2B5EF4-FFF2-40B4-BE49-F238E27FC236}">
                <a16:creationId xmlns:a16="http://schemas.microsoft.com/office/drawing/2014/main" id="{5682CEC0-2F2F-E2FD-4FDE-2AF1F4D1AE55}"/>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5080" y="0"/>
            <a:ext cx="12207080" cy="68580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762000"/>
            <a:ext cx="6096000" cy="53340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624184" y="1250103"/>
            <a:ext cx="5289313" cy="1262103"/>
          </a:xfrm>
          <a:prstGeom prst="rect">
            <a:avLst/>
          </a:prstGeom>
        </p:spPr>
        <p:txBody>
          <a:bodyPr/>
          <a:lstStyle>
            <a:lvl1pPr>
              <a:defRPr sz="3733">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610169" y="2642615"/>
            <a:ext cx="5289312" cy="1005052"/>
          </a:xfrm>
          <a:prstGeom prst="rect">
            <a:avLst/>
          </a:prstGeom>
        </p:spPr>
        <p:txBody>
          <a:bodyPr/>
          <a:lstStyle>
            <a:lvl1pPr marL="16933" marR="6773" indent="0">
              <a:lnSpc>
                <a:spcPct val="100000"/>
              </a:lnSpc>
              <a:spcBef>
                <a:spcPts val="133"/>
              </a:spcBef>
              <a:buNone/>
              <a:defRPr sz="1867">
                <a:solidFill>
                  <a:schemeClr val="tx1"/>
                </a:solidFill>
              </a:defRPr>
            </a:lvl1pPr>
            <a:lvl2pPr>
              <a:defRPr sz="1867"/>
            </a:lvl2pPr>
            <a:lvl3pPr>
              <a:defRPr sz="1867"/>
            </a:lvl3pPr>
            <a:lvl4pPr>
              <a:defRPr sz="1867"/>
            </a:lvl4pPr>
            <a:lvl5pPr>
              <a:defRPr sz="1867"/>
            </a:lvl5pPr>
          </a:lstStyle>
          <a:p>
            <a:pPr marL="12700" marR="5080">
              <a:lnSpc>
                <a:spcPct val="100000"/>
              </a:lnSpc>
              <a:spcBef>
                <a:spcPts val="100"/>
              </a:spcBef>
            </a:pPr>
            <a:r>
              <a:rPr lang="en-AU" sz="1867" dirty="0">
                <a:latin typeface="Arial"/>
                <a:cs typeface="Arial"/>
              </a:rPr>
              <a:t>Intro</a:t>
            </a:r>
            <a:r>
              <a:rPr lang="en-AU" sz="1867" spc="-27" dirty="0">
                <a:latin typeface="Arial"/>
                <a:cs typeface="Arial"/>
              </a:rPr>
              <a:t> </a:t>
            </a:r>
            <a:r>
              <a:rPr lang="en-AU" sz="1867" dirty="0">
                <a:latin typeface="Arial"/>
                <a:cs typeface="Arial"/>
              </a:rPr>
              <a:t>text</a:t>
            </a:r>
            <a:r>
              <a:rPr lang="en-AU" sz="1867" spc="-7" dirty="0">
                <a:latin typeface="Arial"/>
                <a:cs typeface="Arial"/>
              </a:rPr>
              <a:t> </a:t>
            </a:r>
            <a:r>
              <a:rPr lang="en-AU" sz="1867" dirty="0">
                <a:latin typeface="Arial"/>
                <a:cs typeface="Arial"/>
              </a:rPr>
              <a:t>14pt,</a:t>
            </a:r>
            <a:r>
              <a:rPr lang="en-AU" sz="1867" spc="-20" dirty="0">
                <a:latin typeface="Arial"/>
                <a:cs typeface="Arial"/>
              </a:rPr>
              <a:t> </a:t>
            </a:r>
            <a:r>
              <a:rPr lang="en-AU" sz="1867" dirty="0">
                <a:latin typeface="Arial"/>
                <a:cs typeface="Arial"/>
              </a:rPr>
              <a:t>to</a:t>
            </a:r>
            <a:r>
              <a:rPr lang="en-AU" sz="1867" spc="-7" dirty="0">
                <a:latin typeface="Arial"/>
                <a:cs typeface="Arial"/>
              </a:rPr>
              <a:t> </a:t>
            </a:r>
            <a:r>
              <a:rPr lang="en-AU" sz="1867" dirty="0">
                <a:latin typeface="Arial"/>
                <a:cs typeface="Arial"/>
              </a:rPr>
              <a:t>sit</a:t>
            </a:r>
            <a:r>
              <a:rPr lang="en-AU" sz="1867" spc="-13" dirty="0">
                <a:latin typeface="Arial"/>
                <a:cs typeface="Arial"/>
              </a:rPr>
              <a:t> </a:t>
            </a:r>
            <a:r>
              <a:rPr lang="en-AU" sz="1867" dirty="0">
                <a:latin typeface="Arial"/>
                <a:cs typeface="Arial"/>
              </a:rPr>
              <a:t>here.</a:t>
            </a:r>
            <a:r>
              <a:rPr lang="en-AU" sz="1867" spc="-13" dirty="0">
                <a:latin typeface="Arial"/>
                <a:cs typeface="Arial"/>
              </a:rPr>
              <a:t> </a:t>
            </a:r>
            <a:br>
              <a:rPr lang="en-AU" sz="1867" spc="-13" dirty="0">
                <a:latin typeface="Arial"/>
                <a:cs typeface="Arial"/>
              </a:rPr>
            </a:br>
            <a:r>
              <a:rPr lang="en-AU" sz="1867" dirty="0">
                <a:latin typeface="Arial"/>
                <a:cs typeface="Arial"/>
              </a:rPr>
              <a:t>2–3</a:t>
            </a:r>
            <a:r>
              <a:rPr lang="en-AU" sz="1867" spc="-13" dirty="0">
                <a:latin typeface="Arial"/>
                <a:cs typeface="Arial"/>
              </a:rPr>
              <a:t> lines </a:t>
            </a:r>
            <a:r>
              <a:rPr lang="en-AU" sz="1867" dirty="0">
                <a:latin typeface="Arial"/>
                <a:cs typeface="Arial"/>
              </a:rPr>
              <a:t>of</a:t>
            </a:r>
            <a:r>
              <a:rPr lang="en-AU" sz="1867" spc="-20" dirty="0">
                <a:latin typeface="Arial"/>
                <a:cs typeface="Arial"/>
              </a:rPr>
              <a:t> </a:t>
            </a:r>
            <a:r>
              <a:rPr lang="en-AU" sz="1867" spc="-33" dirty="0">
                <a:latin typeface="Arial"/>
                <a:cs typeface="Arial"/>
              </a:rPr>
              <a:t>copy.</a:t>
            </a:r>
            <a:r>
              <a:rPr lang="en-AU" sz="1867" spc="-107" dirty="0">
                <a:latin typeface="Arial"/>
                <a:cs typeface="Arial"/>
              </a:rPr>
              <a:t> </a:t>
            </a:r>
            <a:r>
              <a:rPr lang="en-AU" sz="1867" dirty="0">
                <a:latin typeface="Arial"/>
                <a:cs typeface="Arial"/>
              </a:rPr>
              <a:t>Am </a:t>
            </a:r>
            <a:r>
              <a:rPr lang="en-AU" sz="1867" dirty="0" err="1">
                <a:latin typeface="Arial"/>
                <a:cs typeface="Arial"/>
              </a:rPr>
              <a:t>quo’xnkaln</a:t>
            </a:r>
            <a:r>
              <a:rPr lang="en-AU" sz="1867" spc="-13" dirty="0">
                <a:latin typeface="Arial"/>
                <a:cs typeface="Arial"/>
              </a:rPr>
              <a:t> </a:t>
            </a:r>
            <a:r>
              <a:rPr lang="en-AU" sz="1867" dirty="0" err="1">
                <a:latin typeface="Arial"/>
                <a:cs typeface="Arial"/>
              </a:rPr>
              <a:t>ium</a:t>
            </a:r>
            <a:r>
              <a:rPr lang="en-AU" sz="1867" spc="-13" dirty="0">
                <a:latin typeface="Arial"/>
                <a:cs typeface="Arial"/>
              </a:rPr>
              <a:t> </a:t>
            </a:r>
            <a:r>
              <a:rPr lang="en-AU" sz="1867" dirty="0" err="1">
                <a:latin typeface="Arial"/>
                <a:cs typeface="Arial"/>
              </a:rPr>
              <a:t>aute</a:t>
            </a:r>
            <a:r>
              <a:rPr lang="en-AU" sz="1867" spc="-7" dirty="0">
                <a:latin typeface="Arial"/>
                <a:cs typeface="Arial"/>
              </a:rPr>
              <a:t> </a:t>
            </a:r>
            <a:r>
              <a:rPr lang="en-AU" sz="1867" spc="-13" dirty="0" err="1">
                <a:latin typeface="Arial"/>
                <a:cs typeface="Arial"/>
              </a:rPr>
              <a:t>fuidesteI</a:t>
            </a:r>
            <a:r>
              <a:rPr lang="en-AU" sz="1867" spc="-13" dirty="0">
                <a:latin typeface="Arial"/>
                <a:cs typeface="Arial"/>
              </a:rPr>
              <a:t> </a:t>
            </a:r>
            <a:r>
              <a:rPr lang="en-AU" sz="1867" dirty="0" err="1">
                <a:latin typeface="Arial"/>
                <a:cs typeface="Arial"/>
              </a:rPr>
              <a:t>eces</a:t>
            </a:r>
            <a:r>
              <a:rPr lang="en-AU" sz="1867" dirty="0">
                <a:latin typeface="Arial"/>
                <a:cs typeface="Arial"/>
              </a:rPr>
              <a:t>,</a:t>
            </a:r>
            <a:r>
              <a:rPr lang="en-AU" sz="1867" spc="-20" dirty="0">
                <a:latin typeface="Arial"/>
                <a:cs typeface="Arial"/>
              </a:rPr>
              <a:t> </a:t>
            </a:r>
            <a:r>
              <a:rPr lang="en-AU" sz="1867" dirty="0">
                <a:latin typeface="Arial"/>
                <a:cs typeface="Arial"/>
              </a:rPr>
              <a:t>Cas</a:t>
            </a:r>
            <a:r>
              <a:rPr lang="en-AU" sz="1867" spc="-20" dirty="0">
                <a:latin typeface="Arial"/>
                <a:cs typeface="Arial"/>
              </a:rPr>
              <a:t> </a:t>
            </a:r>
            <a:r>
              <a:rPr lang="en-AU" sz="1867" dirty="0" err="1">
                <a:latin typeface="Arial"/>
                <a:cs typeface="Arial"/>
              </a:rPr>
              <a:t>cus</a:t>
            </a:r>
            <a:r>
              <a:rPr lang="en-AU" sz="1867" spc="-13" dirty="0">
                <a:latin typeface="Arial"/>
                <a:cs typeface="Arial"/>
              </a:rPr>
              <a:t> </a:t>
            </a:r>
            <a:r>
              <a:rPr lang="en-AU" sz="1867" dirty="0" err="1">
                <a:latin typeface="Arial"/>
                <a:cs typeface="Arial"/>
              </a:rPr>
              <a:t>aus</a:t>
            </a:r>
            <a:r>
              <a:rPr lang="en-AU" sz="1867" spc="-20" dirty="0">
                <a:latin typeface="Arial"/>
                <a:cs typeface="Arial"/>
              </a:rPr>
              <a:t> </a:t>
            </a:r>
            <a:r>
              <a:rPr lang="en-AU" sz="1867" spc="-13" dirty="0" err="1">
                <a:latin typeface="Arial"/>
                <a:cs typeface="Arial"/>
              </a:rPr>
              <a:t>opubli</a:t>
            </a:r>
            <a:r>
              <a:rPr lang="en-AU" sz="1867" spc="-13" dirty="0">
                <a:latin typeface="Arial"/>
                <a:cs typeface="Arial"/>
              </a:rPr>
              <a:t>.</a:t>
            </a:r>
            <a:endParaRPr lang="en-AU" sz="1867"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624183" y="3716547"/>
            <a:ext cx="4669700" cy="552915"/>
          </a:xfrm>
          <a:prstGeom prst="rect">
            <a:avLst/>
          </a:prstGeom>
        </p:spPr>
        <p:txBody>
          <a:bodyPr anchor="b" anchorCtr="0"/>
          <a:lstStyle>
            <a:lvl1pPr marL="0" indent="0" algn="l">
              <a:buNone/>
              <a:defRPr sz="1867"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778588" y="4814971"/>
            <a:ext cx="2078160" cy="730939"/>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4713543" y="4752930"/>
            <a:ext cx="2440351" cy="194990"/>
          </a:xfrm>
          <a:prstGeom prst="rect">
            <a:avLst/>
          </a:prstGeom>
          <a:noFill/>
        </p:spPr>
        <p:txBody>
          <a:bodyPr wrap="square" rtlCol="0">
            <a:spAutoFit/>
          </a:bodyPr>
          <a:lstStyle/>
          <a:p>
            <a:r>
              <a:rPr lang="en-US" sz="667" dirty="0"/>
              <a:t>CRICOS 00026A    TEQSA PRV12057</a:t>
            </a:r>
          </a:p>
        </p:txBody>
      </p:sp>
    </p:spTree>
    <p:extLst>
      <p:ext uri="{BB962C8B-B14F-4D97-AF65-F5344CB8AC3E}">
        <p14:creationId xmlns:p14="http://schemas.microsoft.com/office/powerpoint/2010/main" val="389956549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Slide image 1">
    <p:bg>
      <p:bgRef idx="1001">
        <a:schemeClr val="bg1"/>
      </p:bgRef>
    </p:bg>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351BF546-A7D6-4DDD-D34D-2811CA1DFCD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762000"/>
            <a:ext cx="6096000" cy="53340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624184" y="1250103"/>
            <a:ext cx="5289313" cy="1262103"/>
          </a:xfrm>
          <a:prstGeom prst="rect">
            <a:avLst/>
          </a:prstGeom>
        </p:spPr>
        <p:txBody>
          <a:bodyPr/>
          <a:lstStyle>
            <a:lvl1pPr>
              <a:defRPr sz="3733">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610169" y="2642615"/>
            <a:ext cx="5289312" cy="1005052"/>
          </a:xfrm>
          <a:prstGeom prst="rect">
            <a:avLst/>
          </a:prstGeom>
        </p:spPr>
        <p:txBody>
          <a:bodyPr/>
          <a:lstStyle>
            <a:lvl1pPr marL="16933" marR="6773" indent="0">
              <a:lnSpc>
                <a:spcPct val="100000"/>
              </a:lnSpc>
              <a:spcBef>
                <a:spcPts val="133"/>
              </a:spcBef>
              <a:buNone/>
              <a:defRPr sz="1867">
                <a:solidFill>
                  <a:schemeClr val="tx1"/>
                </a:solidFill>
              </a:defRPr>
            </a:lvl1pPr>
            <a:lvl2pPr>
              <a:defRPr sz="1867"/>
            </a:lvl2pPr>
            <a:lvl3pPr>
              <a:defRPr sz="1867"/>
            </a:lvl3pPr>
            <a:lvl4pPr>
              <a:defRPr sz="1867"/>
            </a:lvl4pPr>
            <a:lvl5pPr>
              <a:defRPr sz="1867"/>
            </a:lvl5pPr>
          </a:lstStyle>
          <a:p>
            <a:pPr marL="12700" marR="5080">
              <a:lnSpc>
                <a:spcPct val="100000"/>
              </a:lnSpc>
              <a:spcBef>
                <a:spcPts val="100"/>
              </a:spcBef>
            </a:pPr>
            <a:r>
              <a:rPr lang="en-AU" sz="1867" dirty="0">
                <a:latin typeface="Arial"/>
                <a:cs typeface="Arial"/>
              </a:rPr>
              <a:t>Intro</a:t>
            </a:r>
            <a:r>
              <a:rPr lang="en-AU" sz="1867" spc="-27" dirty="0">
                <a:latin typeface="Arial"/>
                <a:cs typeface="Arial"/>
              </a:rPr>
              <a:t> </a:t>
            </a:r>
            <a:r>
              <a:rPr lang="en-AU" sz="1867" dirty="0">
                <a:latin typeface="Arial"/>
                <a:cs typeface="Arial"/>
              </a:rPr>
              <a:t>text</a:t>
            </a:r>
            <a:r>
              <a:rPr lang="en-AU" sz="1867" spc="-7" dirty="0">
                <a:latin typeface="Arial"/>
                <a:cs typeface="Arial"/>
              </a:rPr>
              <a:t> </a:t>
            </a:r>
            <a:r>
              <a:rPr lang="en-AU" sz="1867" dirty="0">
                <a:latin typeface="Arial"/>
                <a:cs typeface="Arial"/>
              </a:rPr>
              <a:t>14pt,</a:t>
            </a:r>
            <a:r>
              <a:rPr lang="en-AU" sz="1867" spc="-20" dirty="0">
                <a:latin typeface="Arial"/>
                <a:cs typeface="Arial"/>
              </a:rPr>
              <a:t> </a:t>
            </a:r>
            <a:r>
              <a:rPr lang="en-AU" sz="1867" dirty="0">
                <a:latin typeface="Arial"/>
                <a:cs typeface="Arial"/>
              </a:rPr>
              <a:t>to</a:t>
            </a:r>
            <a:r>
              <a:rPr lang="en-AU" sz="1867" spc="-7" dirty="0">
                <a:latin typeface="Arial"/>
                <a:cs typeface="Arial"/>
              </a:rPr>
              <a:t> </a:t>
            </a:r>
            <a:r>
              <a:rPr lang="en-AU" sz="1867" dirty="0">
                <a:latin typeface="Arial"/>
                <a:cs typeface="Arial"/>
              </a:rPr>
              <a:t>sit</a:t>
            </a:r>
            <a:r>
              <a:rPr lang="en-AU" sz="1867" spc="-13" dirty="0">
                <a:latin typeface="Arial"/>
                <a:cs typeface="Arial"/>
              </a:rPr>
              <a:t> </a:t>
            </a:r>
            <a:r>
              <a:rPr lang="en-AU" sz="1867" dirty="0">
                <a:latin typeface="Arial"/>
                <a:cs typeface="Arial"/>
              </a:rPr>
              <a:t>here.</a:t>
            </a:r>
            <a:r>
              <a:rPr lang="en-AU" sz="1867" spc="-13" dirty="0">
                <a:latin typeface="Arial"/>
                <a:cs typeface="Arial"/>
              </a:rPr>
              <a:t> </a:t>
            </a:r>
            <a:br>
              <a:rPr lang="en-AU" sz="1867" spc="-13" dirty="0">
                <a:latin typeface="Arial"/>
                <a:cs typeface="Arial"/>
              </a:rPr>
            </a:br>
            <a:r>
              <a:rPr lang="en-AU" sz="1867" dirty="0">
                <a:latin typeface="Arial"/>
                <a:cs typeface="Arial"/>
              </a:rPr>
              <a:t>2–3</a:t>
            </a:r>
            <a:r>
              <a:rPr lang="en-AU" sz="1867" spc="-13" dirty="0">
                <a:latin typeface="Arial"/>
                <a:cs typeface="Arial"/>
              </a:rPr>
              <a:t> lines </a:t>
            </a:r>
            <a:r>
              <a:rPr lang="en-AU" sz="1867" dirty="0">
                <a:latin typeface="Arial"/>
                <a:cs typeface="Arial"/>
              </a:rPr>
              <a:t>of</a:t>
            </a:r>
            <a:r>
              <a:rPr lang="en-AU" sz="1867" spc="-20" dirty="0">
                <a:latin typeface="Arial"/>
                <a:cs typeface="Arial"/>
              </a:rPr>
              <a:t> </a:t>
            </a:r>
            <a:r>
              <a:rPr lang="en-AU" sz="1867" spc="-33" dirty="0">
                <a:latin typeface="Arial"/>
                <a:cs typeface="Arial"/>
              </a:rPr>
              <a:t>copy.</a:t>
            </a:r>
            <a:r>
              <a:rPr lang="en-AU" sz="1867" spc="-107" dirty="0">
                <a:latin typeface="Arial"/>
                <a:cs typeface="Arial"/>
              </a:rPr>
              <a:t> </a:t>
            </a:r>
            <a:r>
              <a:rPr lang="en-AU" sz="1867" dirty="0">
                <a:latin typeface="Arial"/>
                <a:cs typeface="Arial"/>
              </a:rPr>
              <a:t>Am </a:t>
            </a:r>
            <a:r>
              <a:rPr lang="en-AU" sz="1867" dirty="0" err="1">
                <a:latin typeface="Arial"/>
                <a:cs typeface="Arial"/>
              </a:rPr>
              <a:t>quo’xnkaln</a:t>
            </a:r>
            <a:r>
              <a:rPr lang="en-AU" sz="1867" spc="-13" dirty="0">
                <a:latin typeface="Arial"/>
                <a:cs typeface="Arial"/>
              </a:rPr>
              <a:t> </a:t>
            </a:r>
            <a:r>
              <a:rPr lang="en-AU" sz="1867" dirty="0" err="1">
                <a:latin typeface="Arial"/>
                <a:cs typeface="Arial"/>
              </a:rPr>
              <a:t>ium</a:t>
            </a:r>
            <a:r>
              <a:rPr lang="en-AU" sz="1867" spc="-13" dirty="0">
                <a:latin typeface="Arial"/>
                <a:cs typeface="Arial"/>
              </a:rPr>
              <a:t> </a:t>
            </a:r>
            <a:r>
              <a:rPr lang="en-AU" sz="1867" dirty="0" err="1">
                <a:latin typeface="Arial"/>
                <a:cs typeface="Arial"/>
              </a:rPr>
              <a:t>aute</a:t>
            </a:r>
            <a:r>
              <a:rPr lang="en-AU" sz="1867" spc="-7" dirty="0">
                <a:latin typeface="Arial"/>
                <a:cs typeface="Arial"/>
              </a:rPr>
              <a:t> </a:t>
            </a:r>
            <a:r>
              <a:rPr lang="en-AU" sz="1867" spc="-13" dirty="0" err="1">
                <a:latin typeface="Arial"/>
                <a:cs typeface="Arial"/>
              </a:rPr>
              <a:t>fuidesteI</a:t>
            </a:r>
            <a:r>
              <a:rPr lang="en-AU" sz="1867" spc="-13" dirty="0">
                <a:latin typeface="Arial"/>
                <a:cs typeface="Arial"/>
              </a:rPr>
              <a:t> </a:t>
            </a:r>
            <a:r>
              <a:rPr lang="en-AU" sz="1867" dirty="0" err="1">
                <a:latin typeface="Arial"/>
                <a:cs typeface="Arial"/>
              </a:rPr>
              <a:t>eces</a:t>
            </a:r>
            <a:r>
              <a:rPr lang="en-AU" sz="1867" dirty="0">
                <a:latin typeface="Arial"/>
                <a:cs typeface="Arial"/>
              </a:rPr>
              <a:t>,</a:t>
            </a:r>
            <a:r>
              <a:rPr lang="en-AU" sz="1867" spc="-20" dirty="0">
                <a:latin typeface="Arial"/>
                <a:cs typeface="Arial"/>
              </a:rPr>
              <a:t> </a:t>
            </a:r>
            <a:r>
              <a:rPr lang="en-AU" sz="1867" dirty="0">
                <a:latin typeface="Arial"/>
                <a:cs typeface="Arial"/>
              </a:rPr>
              <a:t>Cas</a:t>
            </a:r>
            <a:r>
              <a:rPr lang="en-AU" sz="1867" spc="-20" dirty="0">
                <a:latin typeface="Arial"/>
                <a:cs typeface="Arial"/>
              </a:rPr>
              <a:t> </a:t>
            </a:r>
            <a:r>
              <a:rPr lang="en-AU" sz="1867" dirty="0" err="1">
                <a:latin typeface="Arial"/>
                <a:cs typeface="Arial"/>
              </a:rPr>
              <a:t>cus</a:t>
            </a:r>
            <a:r>
              <a:rPr lang="en-AU" sz="1867" spc="-13" dirty="0">
                <a:latin typeface="Arial"/>
                <a:cs typeface="Arial"/>
              </a:rPr>
              <a:t> </a:t>
            </a:r>
            <a:r>
              <a:rPr lang="en-AU" sz="1867" dirty="0" err="1">
                <a:latin typeface="Arial"/>
                <a:cs typeface="Arial"/>
              </a:rPr>
              <a:t>aus</a:t>
            </a:r>
            <a:r>
              <a:rPr lang="en-AU" sz="1867" spc="-20" dirty="0">
                <a:latin typeface="Arial"/>
                <a:cs typeface="Arial"/>
              </a:rPr>
              <a:t> </a:t>
            </a:r>
            <a:r>
              <a:rPr lang="en-AU" sz="1867" spc="-13" dirty="0" err="1">
                <a:latin typeface="Arial"/>
                <a:cs typeface="Arial"/>
              </a:rPr>
              <a:t>opubli</a:t>
            </a:r>
            <a:r>
              <a:rPr lang="en-AU" sz="1867" spc="-13" dirty="0">
                <a:latin typeface="Arial"/>
                <a:cs typeface="Arial"/>
              </a:rPr>
              <a:t>.</a:t>
            </a:r>
            <a:endParaRPr lang="en-AU" sz="1867"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624183" y="3716547"/>
            <a:ext cx="4669700" cy="552915"/>
          </a:xfrm>
          <a:prstGeom prst="rect">
            <a:avLst/>
          </a:prstGeom>
        </p:spPr>
        <p:txBody>
          <a:bodyPr anchor="b" anchorCtr="0"/>
          <a:lstStyle>
            <a:lvl1pPr marL="0" indent="0" algn="l">
              <a:buNone/>
              <a:defRPr sz="1867"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778588" y="4814971"/>
            <a:ext cx="2078160" cy="730939"/>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4713543" y="4752930"/>
            <a:ext cx="2440351" cy="194990"/>
          </a:xfrm>
          <a:prstGeom prst="rect">
            <a:avLst/>
          </a:prstGeom>
          <a:noFill/>
        </p:spPr>
        <p:txBody>
          <a:bodyPr wrap="square" rtlCol="0">
            <a:spAutoFit/>
          </a:bodyPr>
          <a:lstStyle/>
          <a:p>
            <a:r>
              <a:rPr lang="en-US" sz="667" dirty="0"/>
              <a:t>CRICOS 00026A    TEQSA PRV12057</a:t>
            </a:r>
          </a:p>
        </p:txBody>
      </p:sp>
    </p:spTree>
    <p:extLst>
      <p:ext uri="{BB962C8B-B14F-4D97-AF65-F5344CB8AC3E}">
        <p14:creationId xmlns:p14="http://schemas.microsoft.com/office/powerpoint/2010/main" val="13417956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Title Slide image 1">
    <p:bg>
      <p:bgRef idx="1001">
        <a:schemeClr val="bg1"/>
      </p:bgRef>
    </p:bg>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id="{A9A93A07-E57F-5770-834F-CFEF4A2F1EA7}"/>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0695" y="0"/>
            <a:ext cx="12192000" cy="68580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762000"/>
            <a:ext cx="6096000" cy="53340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624184" y="1250103"/>
            <a:ext cx="5289313" cy="1262103"/>
          </a:xfrm>
          <a:prstGeom prst="rect">
            <a:avLst/>
          </a:prstGeom>
        </p:spPr>
        <p:txBody>
          <a:bodyPr/>
          <a:lstStyle>
            <a:lvl1pPr>
              <a:defRPr sz="3733">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610169" y="2642615"/>
            <a:ext cx="5289312" cy="1005052"/>
          </a:xfrm>
          <a:prstGeom prst="rect">
            <a:avLst/>
          </a:prstGeom>
        </p:spPr>
        <p:txBody>
          <a:bodyPr/>
          <a:lstStyle>
            <a:lvl1pPr marL="16933" marR="6773" indent="0">
              <a:lnSpc>
                <a:spcPct val="100000"/>
              </a:lnSpc>
              <a:spcBef>
                <a:spcPts val="133"/>
              </a:spcBef>
              <a:buNone/>
              <a:defRPr sz="1867">
                <a:solidFill>
                  <a:schemeClr val="tx1"/>
                </a:solidFill>
              </a:defRPr>
            </a:lvl1pPr>
            <a:lvl2pPr>
              <a:defRPr sz="1867"/>
            </a:lvl2pPr>
            <a:lvl3pPr>
              <a:defRPr sz="1867"/>
            </a:lvl3pPr>
            <a:lvl4pPr>
              <a:defRPr sz="1867"/>
            </a:lvl4pPr>
            <a:lvl5pPr>
              <a:defRPr sz="1867"/>
            </a:lvl5pPr>
          </a:lstStyle>
          <a:p>
            <a:pPr marL="12700" marR="5080">
              <a:lnSpc>
                <a:spcPct val="100000"/>
              </a:lnSpc>
              <a:spcBef>
                <a:spcPts val="100"/>
              </a:spcBef>
            </a:pPr>
            <a:r>
              <a:rPr lang="en-AU" sz="1867" dirty="0">
                <a:latin typeface="Arial"/>
                <a:cs typeface="Arial"/>
              </a:rPr>
              <a:t>Intro</a:t>
            </a:r>
            <a:r>
              <a:rPr lang="en-AU" sz="1867" spc="-27" dirty="0">
                <a:latin typeface="Arial"/>
                <a:cs typeface="Arial"/>
              </a:rPr>
              <a:t> </a:t>
            </a:r>
            <a:r>
              <a:rPr lang="en-AU" sz="1867" dirty="0">
                <a:latin typeface="Arial"/>
                <a:cs typeface="Arial"/>
              </a:rPr>
              <a:t>text</a:t>
            </a:r>
            <a:r>
              <a:rPr lang="en-AU" sz="1867" spc="-7" dirty="0">
                <a:latin typeface="Arial"/>
                <a:cs typeface="Arial"/>
              </a:rPr>
              <a:t> </a:t>
            </a:r>
            <a:r>
              <a:rPr lang="en-AU" sz="1867" dirty="0">
                <a:latin typeface="Arial"/>
                <a:cs typeface="Arial"/>
              </a:rPr>
              <a:t>14pt,</a:t>
            </a:r>
            <a:r>
              <a:rPr lang="en-AU" sz="1867" spc="-20" dirty="0">
                <a:latin typeface="Arial"/>
                <a:cs typeface="Arial"/>
              </a:rPr>
              <a:t> </a:t>
            </a:r>
            <a:r>
              <a:rPr lang="en-AU" sz="1867" dirty="0">
                <a:latin typeface="Arial"/>
                <a:cs typeface="Arial"/>
              </a:rPr>
              <a:t>to</a:t>
            </a:r>
            <a:r>
              <a:rPr lang="en-AU" sz="1867" spc="-7" dirty="0">
                <a:latin typeface="Arial"/>
                <a:cs typeface="Arial"/>
              </a:rPr>
              <a:t> </a:t>
            </a:r>
            <a:r>
              <a:rPr lang="en-AU" sz="1867" dirty="0">
                <a:latin typeface="Arial"/>
                <a:cs typeface="Arial"/>
              </a:rPr>
              <a:t>sit</a:t>
            </a:r>
            <a:r>
              <a:rPr lang="en-AU" sz="1867" spc="-13" dirty="0">
                <a:latin typeface="Arial"/>
                <a:cs typeface="Arial"/>
              </a:rPr>
              <a:t> </a:t>
            </a:r>
            <a:r>
              <a:rPr lang="en-AU" sz="1867" dirty="0">
                <a:latin typeface="Arial"/>
                <a:cs typeface="Arial"/>
              </a:rPr>
              <a:t>here.</a:t>
            </a:r>
            <a:r>
              <a:rPr lang="en-AU" sz="1867" spc="-13" dirty="0">
                <a:latin typeface="Arial"/>
                <a:cs typeface="Arial"/>
              </a:rPr>
              <a:t> </a:t>
            </a:r>
            <a:br>
              <a:rPr lang="en-AU" sz="1867" spc="-13" dirty="0">
                <a:latin typeface="Arial"/>
                <a:cs typeface="Arial"/>
              </a:rPr>
            </a:br>
            <a:r>
              <a:rPr lang="en-AU" sz="1867" dirty="0">
                <a:latin typeface="Arial"/>
                <a:cs typeface="Arial"/>
              </a:rPr>
              <a:t>2–3</a:t>
            </a:r>
            <a:r>
              <a:rPr lang="en-AU" sz="1867" spc="-13" dirty="0">
                <a:latin typeface="Arial"/>
                <a:cs typeface="Arial"/>
              </a:rPr>
              <a:t> lines </a:t>
            </a:r>
            <a:r>
              <a:rPr lang="en-AU" sz="1867" dirty="0">
                <a:latin typeface="Arial"/>
                <a:cs typeface="Arial"/>
              </a:rPr>
              <a:t>of</a:t>
            </a:r>
            <a:r>
              <a:rPr lang="en-AU" sz="1867" spc="-20" dirty="0">
                <a:latin typeface="Arial"/>
                <a:cs typeface="Arial"/>
              </a:rPr>
              <a:t> </a:t>
            </a:r>
            <a:r>
              <a:rPr lang="en-AU" sz="1867" spc="-33" dirty="0">
                <a:latin typeface="Arial"/>
                <a:cs typeface="Arial"/>
              </a:rPr>
              <a:t>copy.</a:t>
            </a:r>
            <a:r>
              <a:rPr lang="en-AU" sz="1867" spc="-107" dirty="0">
                <a:latin typeface="Arial"/>
                <a:cs typeface="Arial"/>
              </a:rPr>
              <a:t> </a:t>
            </a:r>
            <a:r>
              <a:rPr lang="en-AU" sz="1867" dirty="0">
                <a:latin typeface="Arial"/>
                <a:cs typeface="Arial"/>
              </a:rPr>
              <a:t>Am </a:t>
            </a:r>
            <a:r>
              <a:rPr lang="en-AU" sz="1867" dirty="0" err="1">
                <a:latin typeface="Arial"/>
                <a:cs typeface="Arial"/>
              </a:rPr>
              <a:t>quo’xnkaln</a:t>
            </a:r>
            <a:r>
              <a:rPr lang="en-AU" sz="1867" spc="-13" dirty="0">
                <a:latin typeface="Arial"/>
                <a:cs typeface="Arial"/>
              </a:rPr>
              <a:t> </a:t>
            </a:r>
            <a:r>
              <a:rPr lang="en-AU" sz="1867" dirty="0" err="1">
                <a:latin typeface="Arial"/>
                <a:cs typeface="Arial"/>
              </a:rPr>
              <a:t>ium</a:t>
            </a:r>
            <a:r>
              <a:rPr lang="en-AU" sz="1867" spc="-13" dirty="0">
                <a:latin typeface="Arial"/>
                <a:cs typeface="Arial"/>
              </a:rPr>
              <a:t> </a:t>
            </a:r>
            <a:r>
              <a:rPr lang="en-AU" sz="1867" dirty="0" err="1">
                <a:latin typeface="Arial"/>
                <a:cs typeface="Arial"/>
              </a:rPr>
              <a:t>aute</a:t>
            </a:r>
            <a:r>
              <a:rPr lang="en-AU" sz="1867" spc="-7" dirty="0">
                <a:latin typeface="Arial"/>
                <a:cs typeface="Arial"/>
              </a:rPr>
              <a:t> </a:t>
            </a:r>
            <a:r>
              <a:rPr lang="en-AU" sz="1867" spc="-13" dirty="0" err="1">
                <a:latin typeface="Arial"/>
                <a:cs typeface="Arial"/>
              </a:rPr>
              <a:t>fuidesteI</a:t>
            </a:r>
            <a:r>
              <a:rPr lang="en-AU" sz="1867" spc="-13" dirty="0">
                <a:latin typeface="Arial"/>
                <a:cs typeface="Arial"/>
              </a:rPr>
              <a:t> </a:t>
            </a:r>
            <a:r>
              <a:rPr lang="en-AU" sz="1867" dirty="0" err="1">
                <a:latin typeface="Arial"/>
                <a:cs typeface="Arial"/>
              </a:rPr>
              <a:t>eces</a:t>
            </a:r>
            <a:r>
              <a:rPr lang="en-AU" sz="1867" dirty="0">
                <a:latin typeface="Arial"/>
                <a:cs typeface="Arial"/>
              </a:rPr>
              <a:t>,</a:t>
            </a:r>
            <a:r>
              <a:rPr lang="en-AU" sz="1867" spc="-20" dirty="0">
                <a:latin typeface="Arial"/>
                <a:cs typeface="Arial"/>
              </a:rPr>
              <a:t> </a:t>
            </a:r>
            <a:r>
              <a:rPr lang="en-AU" sz="1867" dirty="0">
                <a:latin typeface="Arial"/>
                <a:cs typeface="Arial"/>
              </a:rPr>
              <a:t>Cas</a:t>
            </a:r>
            <a:r>
              <a:rPr lang="en-AU" sz="1867" spc="-20" dirty="0">
                <a:latin typeface="Arial"/>
                <a:cs typeface="Arial"/>
              </a:rPr>
              <a:t> </a:t>
            </a:r>
            <a:r>
              <a:rPr lang="en-AU" sz="1867" dirty="0" err="1">
                <a:latin typeface="Arial"/>
                <a:cs typeface="Arial"/>
              </a:rPr>
              <a:t>cus</a:t>
            </a:r>
            <a:r>
              <a:rPr lang="en-AU" sz="1867" spc="-13" dirty="0">
                <a:latin typeface="Arial"/>
                <a:cs typeface="Arial"/>
              </a:rPr>
              <a:t> </a:t>
            </a:r>
            <a:r>
              <a:rPr lang="en-AU" sz="1867" dirty="0" err="1">
                <a:latin typeface="Arial"/>
                <a:cs typeface="Arial"/>
              </a:rPr>
              <a:t>aus</a:t>
            </a:r>
            <a:r>
              <a:rPr lang="en-AU" sz="1867" spc="-20" dirty="0">
                <a:latin typeface="Arial"/>
                <a:cs typeface="Arial"/>
              </a:rPr>
              <a:t> </a:t>
            </a:r>
            <a:r>
              <a:rPr lang="en-AU" sz="1867" spc="-13" dirty="0" err="1">
                <a:latin typeface="Arial"/>
                <a:cs typeface="Arial"/>
              </a:rPr>
              <a:t>opubli</a:t>
            </a:r>
            <a:r>
              <a:rPr lang="en-AU" sz="1867" spc="-13" dirty="0">
                <a:latin typeface="Arial"/>
                <a:cs typeface="Arial"/>
              </a:rPr>
              <a:t>.</a:t>
            </a:r>
            <a:endParaRPr lang="en-AU" sz="1867"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624183" y="3716547"/>
            <a:ext cx="4669700" cy="552915"/>
          </a:xfrm>
          <a:prstGeom prst="rect">
            <a:avLst/>
          </a:prstGeom>
        </p:spPr>
        <p:txBody>
          <a:bodyPr anchor="b" anchorCtr="0"/>
          <a:lstStyle>
            <a:lvl1pPr marL="0" indent="0" algn="l">
              <a:buNone/>
              <a:defRPr sz="1867"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778588" y="4814971"/>
            <a:ext cx="2078160" cy="730939"/>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4713543" y="4752930"/>
            <a:ext cx="2440351" cy="194990"/>
          </a:xfrm>
          <a:prstGeom prst="rect">
            <a:avLst/>
          </a:prstGeom>
          <a:noFill/>
        </p:spPr>
        <p:txBody>
          <a:bodyPr wrap="square" rtlCol="0">
            <a:spAutoFit/>
          </a:bodyPr>
          <a:lstStyle/>
          <a:p>
            <a:r>
              <a:rPr lang="en-US" sz="667" dirty="0"/>
              <a:t>CRICOS 00026A    TEQSA PRV12057</a:t>
            </a:r>
          </a:p>
        </p:txBody>
      </p:sp>
    </p:spTree>
    <p:extLst>
      <p:ext uri="{BB962C8B-B14F-4D97-AF65-F5344CB8AC3E}">
        <p14:creationId xmlns:p14="http://schemas.microsoft.com/office/powerpoint/2010/main" val="796120789"/>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image 1">
    <p:bg>
      <p:bgRef idx="1001">
        <a:schemeClr val="bg1"/>
      </p:bgRef>
    </p:bg>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3F48FE3D-1F01-EEB6-6A4A-4F4B29D064A5}"/>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object 6">
            <a:extLst>
              <a:ext uri="{FF2B5EF4-FFF2-40B4-BE49-F238E27FC236}">
                <a16:creationId xmlns:a16="http://schemas.microsoft.com/office/drawing/2014/main" id="{663CD1C2-E224-8DF3-9A0D-E3EFD27C13FF}"/>
              </a:ext>
              <a:ext uri="{C183D7F6-B498-43B3-948B-1728B52AA6E4}">
                <adec:decorative xmlns:adec="http://schemas.microsoft.com/office/drawing/2017/decorative" val="1"/>
              </a:ext>
            </a:extLst>
          </p:cNvPr>
          <p:cNvSpPr/>
          <p:nvPr userDrawn="1"/>
        </p:nvSpPr>
        <p:spPr>
          <a:xfrm>
            <a:off x="0" y="762000"/>
            <a:ext cx="6096000" cy="5334000"/>
          </a:xfrm>
          <a:custGeom>
            <a:avLst/>
            <a:gdLst/>
            <a:ahLst/>
            <a:cxnLst/>
            <a:rect l="l" t="t" r="r" b="b"/>
            <a:pathLst>
              <a:path w="4572000" h="4000500">
                <a:moveTo>
                  <a:pt x="4572000" y="0"/>
                </a:moveTo>
                <a:lnTo>
                  <a:pt x="0" y="0"/>
                </a:lnTo>
                <a:lnTo>
                  <a:pt x="0" y="4000500"/>
                </a:lnTo>
                <a:lnTo>
                  <a:pt x="4572000" y="4000500"/>
                </a:lnTo>
                <a:lnTo>
                  <a:pt x="4572000" y="0"/>
                </a:lnTo>
                <a:close/>
              </a:path>
            </a:pathLst>
          </a:custGeom>
          <a:solidFill>
            <a:schemeClr val="accent1"/>
          </a:solidFill>
        </p:spPr>
        <p:txBody>
          <a:bodyPr wrap="square" lIns="0" tIns="0" rIns="0" bIns="0" rtlCol="0"/>
          <a:lstStyle/>
          <a:p>
            <a:endParaRPr>
              <a:solidFill>
                <a:schemeClr val="tx1"/>
              </a:solidFill>
            </a:endParaRPr>
          </a:p>
        </p:txBody>
      </p:sp>
      <p:sp>
        <p:nvSpPr>
          <p:cNvPr id="20" name="Title 1">
            <a:extLst>
              <a:ext uri="{FF2B5EF4-FFF2-40B4-BE49-F238E27FC236}">
                <a16:creationId xmlns:a16="http://schemas.microsoft.com/office/drawing/2014/main" id="{DEC0E1D8-33A4-65CC-8895-783ED3E74183}"/>
              </a:ext>
            </a:extLst>
          </p:cNvPr>
          <p:cNvSpPr>
            <a:spLocks noGrp="1"/>
          </p:cNvSpPr>
          <p:nvPr>
            <p:ph type="title" hasCustomPrompt="1"/>
          </p:nvPr>
        </p:nvSpPr>
        <p:spPr>
          <a:xfrm>
            <a:off x="624184" y="1250103"/>
            <a:ext cx="5289313" cy="1262103"/>
          </a:xfrm>
          <a:prstGeom prst="rect">
            <a:avLst/>
          </a:prstGeom>
        </p:spPr>
        <p:txBody>
          <a:bodyPr/>
          <a:lstStyle>
            <a:lvl1pPr>
              <a:defRPr sz="3733">
                <a:solidFill>
                  <a:schemeClr val="tx1"/>
                </a:solidFill>
              </a:defRPr>
            </a:lvl1pPr>
          </a:lstStyle>
          <a:p>
            <a:r>
              <a:rPr lang="en-GB" dirty="0"/>
              <a:t>Heading sits here 28pt</a:t>
            </a:r>
            <a:endParaRPr lang="en-US" dirty="0"/>
          </a:p>
        </p:txBody>
      </p:sp>
      <p:sp>
        <p:nvSpPr>
          <p:cNvPr id="23" name="Text Placeholder 2">
            <a:extLst>
              <a:ext uri="{FF2B5EF4-FFF2-40B4-BE49-F238E27FC236}">
                <a16:creationId xmlns:a16="http://schemas.microsoft.com/office/drawing/2014/main" id="{C9C36DF5-DD75-D71F-723C-8EF6CC84B88A}"/>
              </a:ext>
            </a:extLst>
          </p:cNvPr>
          <p:cNvSpPr>
            <a:spLocks noGrp="1"/>
          </p:cNvSpPr>
          <p:nvPr>
            <p:ph type="body" sz="quarter" idx="14" hasCustomPrompt="1"/>
          </p:nvPr>
        </p:nvSpPr>
        <p:spPr>
          <a:xfrm>
            <a:off x="610169" y="2642615"/>
            <a:ext cx="5289312" cy="1005052"/>
          </a:xfrm>
          <a:prstGeom prst="rect">
            <a:avLst/>
          </a:prstGeom>
        </p:spPr>
        <p:txBody>
          <a:bodyPr/>
          <a:lstStyle>
            <a:lvl1pPr marL="16933" marR="6773" indent="0">
              <a:lnSpc>
                <a:spcPct val="100000"/>
              </a:lnSpc>
              <a:spcBef>
                <a:spcPts val="133"/>
              </a:spcBef>
              <a:buNone/>
              <a:defRPr sz="1867">
                <a:solidFill>
                  <a:schemeClr val="tx1"/>
                </a:solidFill>
              </a:defRPr>
            </a:lvl1pPr>
            <a:lvl2pPr>
              <a:defRPr sz="1867"/>
            </a:lvl2pPr>
            <a:lvl3pPr>
              <a:defRPr sz="1867"/>
            </a:lvl3pPr>
            <a:lvl4pPr>
              <a:defRPr sz="1867"/>
            </a:lvl4pPr>
            <a:lvl5pPr>
              <a:defRPr sz="1867"/>
            </a:lvl5pPr>
          </a:lstStyle>
          <a:p>
            <a:pPr marL="12700" marR="5080">
              <a:lnSpc>
                <a:spcPct val="100000"/>
              </a:lnSpc>
              <a:spcBef>
                <a:spcPts val="100"/>
              </a:spcBef>
            </a:pPr>
            <a:r>
              <a:rPr lang="en-AU" sz="1867" dirty="0">
                <a:latin typeface="Arial"/>
                <a:cs typeface="Arial"/>
              </a:rPr>
              <a:t>Intro</a:t>
            </a:r>
            <a:r>
              <a:rPr lang="en-AU" sz="1867" spc="-27" dirty="0">
                <a:latin typeface="Arial"/>
                <a:cs typeface="Arial"/>
              </a:rPr>
              <a:t> </a:t>
            </a:r>
            <a:r>
              <a:rPr lang="en-AU" sz="1867" dirty="0">
                <a:latin typeface="Arial"/>
                <a:cs typeface="Arial"/>
              </a:rPr>
              <a:t>text</a:t>
            </a:r>
            <a:r>
              <a:rPr lang="en-AU" sz="1867" spc="-7" dirty="0">
                <a:latin typeface="Arial"/>
                <a:cs typeface="Arial"/>
              </a:rPr>
              <a:t> </a:t>
            </a:r>
            <a:r>
              <a:rPr lang="en-AU" sz="1867" dirty="0">
                <a:latin typeface="Arial"/>
                <a:cs typeface="Arial"/>
              </a:rPr>
              <a:t>14pt,</a:t>
            </a:r>
            <a:r>
              <a:rPr lang="en-AU" sz="1867" spc="-20" dirty="0">
                <a:latin typeface="Arial"/>
                <a:cs typeface="Arial"/>
              </a:rPr>
              <a:t> </a:t>
            </a:r>
            <a:r>
              <a:rPr lang="en-AU" sz="1867" dirty="0">
                <a:latin typeface="Arial"/>
                <a:cs typeface="Arial"/>
              </a:rPr>
              <a:t>to</a:t>
            </a:r>
            <a:r>
              <a:rPr lang="en-AU" sz="1867" spc="-7" dirty="0">
                <a:latin typeface="Arial"/>
                <a:cs typeface="Arial"/>
              </a:rPr>
              <a:t> </a:t>
            </a:r>
            <a:r>
              <a:rPr lang="en-AU" sz="1867" dirty="0">
                <a:latin typeface="Arial"/>
                <a:cs typeface="Arial"/>
              </a:rPr>
              <a:t>sit</a:t>
            </a:r>
            <a:r>
              <a:rPr lang="en-AU" sz="1867" spc="-13" dirty="0">
                <a:latin typeface="Arial"/>
                <a:cs typeface="Arial"/>
              </a:rPr>
              <a:t> </a:t>
            </a:r>
            <a:r>
              <a:rPr lang="en-AU" sz="1867" dirty="0">
                <a:latin typeface="Arial"/>
                <a:cs typeface="Arial"/>
              </a:rPr>
              <a:t>here.</a:t>
            </a:r>
            <a:r>
              <a:rPr lang="en-AU" sz="1867" spc="-13" dirty="0">
                <a:latin typeface="Arial"/>
                <a:cs typeface="Arial"/>
              </a:rPr>
              <a:t> </a:t>
            </a:r>
            <a:br>
              <a:rPr lang="en-AU" sz="1867" spc="-13" dirty="0">
                <a:latin typeface="Arial"/>
                <a:cs typeface="Arial"/>
              </a:rPr>
            </a:br>
            <a:r>
              <a:rPr lang="en-AU" sz="1867" dirty="0">
                <a:latin typeface="Arial"/>
                <a:cs typeface="Arial"/>
              </a:rPr>
              <a:t>2–3</a:t>
            </a:r>
            <a:r>
              <a:rPr lang="en-AU" sz="1867" spc="-13" dirty="0">
                <a:latin typeface="Arial"/>
                <a:cs typeface="Arial"/>
              </a:rPr>
              <a:t> lines </a:t>
            </a:r>
            <a:r>
              <a:rPr lang="en-AU" sz="1867" dirty="0">
                <a:latin typeface="Arial"/>
                <a:cs typeface="Arial"/>
              </a:rPr>
              <a:t>of</a:t>
            </a:r>
            <a:r>
              <a:rPr lang="en-AU" sz="1867" spc="-20" dirty="0">
                <a:latin typeface="Arial"/>
                <a:cs typeface="Arial"/>
              </a:rPr>
              <a:t> </a:t>
            </a:r>
            <a:r>
              <a:rPr lang="en-AU" sz="1867" spc="-33" dirty="0">
                <a:latin typeface="Arial"/>
                <a:cs typeface="Arial"/>
              </a:rPr>
              <a:t>copy.</a:t>
            </a:r>
            <a:r>
              <a:rPr lang="en-AU" sz="1867" spc="-107" dirty="0">
                <a:latin typeface="Arial"/>
                <a:cs typeface="Arial"/>
              </a:rPr>
              <a:t> </a:t>
            </a:r>
            <a:r>
              <a:rPr lang="en-AU" sz="1867" dirty="0">
                <a:latin typeface="Arial"/>
                <a:cs typeface="Arial"/>
              </a:rPr>
              <a:t>Am </a:t>
            </a:r>
            <a:r>
              <a:rPr lang="en-AU" sz="1867" dirty="0" err="1">
                <a:latin typeface="Arial"/>
                <a:cs typeface="Arial"/>
              </a:rPr>
              <a:t>quo’xnkaln</a:t>
            </a:r>
            <a:r>
              <a:rPr lang="en-AU" sz="1867" spc="-13" dirty="0">
                <a:latin typeface="Arial"/>
                <a:cs typeface="Arial"/>
              </a:rPr>
              <a:t> </a:t>
            </a:r>
            <a:r>
              <a:rPr lang="en-AU" sz="1867" dirty="0" err="1">
                <a:latin typeface="Arial"/>
                <a:cs typeface="Arial"/>
              </a:rPr>
              <a:t>ium</a:t>
            </a:r>
            <a:r>
              <a:rPr lang="en-AU" sz="1867" spc="-13" dirty="0">
                <a:latin typeface="Arial"/>
                <a:cs typeface="Arial"/>
              </a:rPr>
              <a:t> </a:t>
            </a:r>
            <a:r>
              <a:rPr lang="en-AU" sz="1867" dirty="0" err="1">
                <a:latin typeface="Arial"/>
                <a:cs typeface="Arial"/>
              </a:rPr>
              <a:t>aute</a:t>
            </a:r>
            <a:r>
              <a:rPr lang="en-AU" sz="1867" spc="-7" dirty="0">
                <a:latin typeface="Arial"/>
                <a:cs typeface="Arial"/>
              </a:rPr>
              <a:t> </a:t>
            </a:r>
            <a:r>
              <a:rPr lang="en-AU" sz="1867" spc="-13" dirty="0" err="1">
                <a:latin typeface="Arial"/>
                <a:cs typeface="Arial"/>
              </a:rPr>
              <a:t>fuidesteI</a:t>
            </a:r>
            <a:r>
              <a:rPr lang="en-AU" sz="1867" spc="-13" dirty="0">
                <a:latin typeface="Arial"/>
                <a:cs typeface="Arial"/>
              </a:rPr>
              <a:t> </a:t>
            </a:r>
            <a:r>
              <a:rPr lang="en-AU" sz="1867" dirty="0" err="1">
                <a:latin typeface="Arial"/>
                <a:cs typeface="Arial"/>
              </a:rPr>
              <a:t>eces</a:t>
            </a:r>
            <a:r>
              <a:rPr lang="en-AU" sz="1867" dirty="0">
                <a:latin typeface="Arial"/>
                <a:cs typeface="Arial"/>
              </a:rPr>
              <a:t>,</a:t>
            </a:r>
            <a:r>
              <a:rPr lang="en-AU" sz="1867" spc="-20" dirty="0">
                <a:latin typeface="Arial"/>
                <a:cs typeface="Arial"/>
              </a:rPr>
              <a:t> </a:t>
            </a:r>
            <a:r>
              <a:rPr lang="en-AU" sz="1867" dirty="0">
                <a:latin typeface="Arial"/>
                <a:cs typeface="Arial"/>
              </a:rPr>
              <a:t>Cas</a:t>
            </a:r>
            <a:r>
              <a:rPr lang="en-AU" sz="1867" spc="-20" dirty="0">
                <a:latin typeface="Arial"/>
                <a:cs typeface="Arial"/>
              </a:rPr>
              <a:t> </a:t>
            </a:r>
            <a:r>
              <a:rPr lang="en-AU" sz="1867" dirty="0" err="1">
                <a:latin typeface="Arial"/>
                <a:cs typeface="Arial"/>
              </a:rPr>
              <a:t>cus</a:t>
            </a:r>
            <a:r>
              <a:rPr lang="en-AU" sz="1867" spc="-13" dirty="0">
                <a:latin typeface="Arial"/>
                <a:cs typeface="Arial"/>
              </a:rPr>
              <a:t> </a:t>
            </a:r>
            <a:r>
              <a:rPr lang="en-AU" sz="1867" dirty="0" err="1">
                <a:latin typeface="Arial"/>
                <a:cs typeface="Arial"/>
              </a:rPr>
              <a:t>aus</a:t>
            </a:r>
            <a:r>
              <a:rPr lang="en-AU" sz="1867" spc="-20" dirty="0">
                <a:latin typeface="Arial"/>
                <a:cs typeface="Arial"/>
              </a:rPr>
              <a:t> </a:t>
            </a:r>
            <a:r>
              <a:rPr lang="en-AU" sz="1867" spc="-13" dirty="0" err="1">
                <a:latin typeface="Arial"/>
                <a:cs typeface="Arial"/>
              </a:rPr>
              <a:t>opubli</a:t>
            </a:r>
            <a:r>
              <a:rPr lang="en-AU" sz="1867" spc="-13" dirty="0">
                <a:latin typeface="Arial"/>
                <a:cs typeface="Arial"/>
              </a:rPr>
              <a:t>.</a:t>
            </a:r>
            <a:endParaRPr lang="en-AU" sz="1867" dirty="0">
              <a:latin typeface="Arial"/>
              <a:cs typeface="Arial"/>
            </a:endParaRPr>
          </a:p>
        </p:txBody>
      </p:sp>
      <p:sp>
        <p:nvSpPr>
          <p:cNvPr id="34" name="Text Placeholder 3">
            <a:extLst>
              <a:ext uri="{FF2B5EF4-FFF2-40B4-BE49-F238E27FC236}">
                <a16:creationId xmlns:a16="http://schemas.microsoft.com/office/drawing/2014/main" id="{3294DCB0-B5EC-D044-C287-CD623136A7AF}"/>
              </a:ext>
            </a:extLst>
          </p:cNvPr>
          <p:cNvSpPr>
            <a:spLocks noGrp="1"/>
          </p:cNvSpPr>
          <p:nvPr>
            <p:ph type="body" sz="quarter" idx="12" hasCustomPrompt="1"/>
          </p:nvPr>
        </p:nvSpPr>
        <p:spPr>
          <a:xfrm>
            <a:off x="624183" y="3716547"/>
            <a:ext cx="4669700" cy="552915"/>
          </a:xfrm>
          <a:prstGeom prst="rect">
            <a:avLst/>
          </a:prstGeom>
        </p:spPr>
        <p:txBody>
          <a:bodyPr anchor="b" anchorCtr="0"/>
          <a:lstStyle>
            <a:lvl1pPr marL="0" indent="0" algn="l">
              <a:buNone/>
              <a:defRPr sz="1867" b="1">
                <a:solidFill>
                  <a:schemeClr val="tx1"/>
                </a:solidFill>
              </a:defRPr>
            </a:lvl1pPr>
          </a:lstStyle>
          <a:p>
            <a:pPr lvl="0"/>
            <a:r>
              <a:rPr lang="en-GB" dirty="0" err="1"/>
              <a:t>sydney.edu.au</a:t>
            </a:r>
            <a:r>
              <a:rPr lang="en-GB" dirty="0"/>
              <a:t>/</a:t>
            </a:r>
            <a:r>
              <a:rPr lang="en-GB" dirty="0" err="1"/>
              <a:t>xxxxx</a:t>
            </a:r>
            <a:endParaRPr lang="en-US" dirty="0"/>
          </a:p>
        </p:txBody>
      </p:sp>
      <p:pic>
        <p:nvPicPr>
          <p:cNvPr id="11" name="Picture 4">
            <a:extLst>
              <a:ext uri="{FF2B5EF4-FFF2-40B4-BE49-F238E27FC236}">
                <a16:creationId xmlns:a16="http://schemas.microsoft.com/office/drawing/2014/main" id="{026371A5-B0B4-75FD-EDA9-FAF993970A5F}"/>
              </a:ext>
            </a:extLst>
          </p:cNvPr>
          <p:cNvPicPr>
            <a:picLocks noChangeAspect="1"/>
          </p:cNvPicPr>
          <p:nvPr userDrawn="1"/>
        </p:nvPicPr>
        <p:blipFill>
          <a:blip r:embed="rId3"/>
          <a:stretch>
            <a:fillRect/>
          </a:stretch>
        </p:blipFill>
        <p:spPr>
          <a:xfrm>
            <a:off x="778588" y="4814971"/>
            <a:ext cx="2078160" cy="730939"/>
          </a:xfrm>
          <a:prstGeom prst="rect">
            <a:avLst/>
          </a:prstGeom>
        </p:spPr>
      </p:pic>
      <p:sp>
        <p:nvSpPr>
          <p:cNvPr id="2" name="TextBox 5">
            <a:extLst>
              <a:ext uri="{FF2B5EF4-FFF2-40B4-BE49-F238E27FC236}">
                <a16:creationId xmlns:a16="http://schemas.microsoft.com/office/drawing/2014/main" id="{CC6CB602-C08B-320B-4B19-B03FD0E5432F}"/>
              </a:ext>
            </a:extLst>
          </p:cNvPr>
          <p:cNvSpPr txBox="1"/>
          <p:nvPr userDrawn="1"/>
        </p:nvSpPr>
        <p:spPr>
          <a:xfrm rot="16200000">
            <a:off x="4713543" y="4752930"/>
            <a:ext cx="2440351" cy="194990"/>
          </a:xfrm>
          <a:prstGeom prst="rect">
            <a:avLst/>
          </a:prstGeom>
          <a:noFill/>
        </p:spPr>
        <p:txBody>
          <a:bodyPr wrap="square" rtlCol="0">
            <a:spAutoFit/>
          </a:bodyPr>
          <a:lstStyle/>
          <a:p>
            <a:r>
              <a:rPr lang="en-US" sz="667" dirty="0"/>
              <a:t>CRICOS 00026A    TEQSA PRV12057</a:t>
            </a:r>
          </a:p>
        </p:txBody>
      </p:sp>
    </p:spTree>
    <p:extLst>
      <p:ext uri="{BB962C8B-B14F-4D97-AF65-F5344CB8AC3E}">
        <p14:creationId xmlns:p14="http://schemas.microsoft.com/office/powerpoint/2010/main" val="134172199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cknowledgement of Country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A4A031B-81B7-43E9-D4FB-AF1716EB702F}"/>
              </a:ext>
            </a:extLst>
          </p:cNvPr>
          <p:cNvSpPr txBox="1"/>
          <p:nvPr userDrawn="1"/>
        </p:nvSpPr>
        <p:spPr>
          <a:xfrm>
            <a:off x="770469" y="1314102"/>
            <a:ext cx="7357532" cy="2233090"/>
          </a:xfrm>
          <a:prstGeom prst="rect">
            <a:avLst/>
          </a:prstGeom>
        </p:spPr>
        <p:txBody>
          <a:bodyPr vert="horz" wrap="square" lIns="0" tIns="16933" rIns="0" bIns="0" rtlCol="0">
            <a:spAutoFit/>
          </a:bodyPr>
          <a:lstStyle/>
          <a:p>
            <a:pPr marL="28786" marR="6773" indent="-12700" algn="l">
              <a:lnSpc>
                <a:spcPct val="100000"/>
              </a:lnSpc>
              <a:spcBef>
                <a:spcPts val="133"/>
              </a:spcBef>
            </a:pPr>
            <a:r>
              <a:rPr lang="en-AU" sz="2400" dirty="0">
                <a:solidFill>
                  <a:schemeClr val="tx1"/>
                </a:solidFill>
                <a:latin typeface="Arial"/>
                <a:cs typeface="Arial"/>
              </a:rPr>
              <a:t>We recognise and pay respect to the Elders and communities – past, present, and emerging – of the lands that the University of Sydney's campuses stand on. For thousands of years they have shared and exchanged knowledges across innumerable generations for the benefit of all.</a:t>
            </a:r>
          </a:p>
        </p:txBody>
      </p:sp>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778588" y="4814971"/>
            <a:ext cx="2078160" cy="730939"/>
          </a:xfrm>
          <a:prstGeom prst="rect">
            <a:avLst/>
          </a:prstGeom>
        </p:spPr>
      </p:pic>
    </p:spTree>
    <p:extLst>
      <p:ext uri="{BB962C8B-B14F-4D97-AF65-F5344CB8AC3E}">
        <p14:creationId xmlns:p14="http://schemas.microsoft.com/office/powerpoint/2010/main" val="20273289"/>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cknowledgement of Country 2">
    <p:bg>
      <p:bgPr>
        <a:solidFill>
          <a:schemeClr val="accent1"/>
        </a:solidFill>
        <a:effectLst/>
      </p:bgPr>
    </p:bg>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778588" y="4814971"/>
            <a:ext cx="2078160" cy="730939"/>
          </a:xfrm>
          <a:prstGeom prst="rect">
            <a:avLst/>
          </a:prstGeom>
        </p:spPr>
      </p:pic>
      <p:sp>
        <p:nvSpPr>
          <p:cNvPr id="6" name="Title 1">
            <a:extLst>
              <a:ext uri="{FF2B5EF4-FFF2-40B4-BE49-F238E27FC236}">
                <a16:creationId xmlns:a16="http://schemas.microsoft.com/office/drawing/2014/main" id="{3A4A031B-81B7-43E9-D4FB-AF1716EB702F}"/>
              </a:ext>
            </a:extLst>
          </p:cNvPr>
          <p:cNvSpPr txBox="1"/>
          <p:nvPr userDrawn="1"/>
        </p:nvSpPr>
        <p:spPr>
          <a:xfrm>
            <a:off x="770469" y="1314102"/>
            <a:ext cx="8576732" cy="2233090"/>
          </a:xfrm>
          <a:prstGeom prst="rect">
            <a:avLst/>
          </a:prstGeom>
        </p:spPr>
        <p:txBody>
          <a:bodyPr vert="horz" wrap="square" lIns="0" tIns="16933" rIns="0" bIns="0" rtlCol="0">
            <a:spAutoFit/>
          </a:bodyPr>
          <a:lstStyle/>
          <a:p>
            <a:pPr marL="68578" marR="6773" indent="-52492">
              <a:lnSpc>
                <a:spcPct val="100000"/>
              </a:lnSpc>
              <a:spcBef>
                <a:spcPts val="133"/>
              </a:spcBef>
            </a:pPr>
            <a:r>
              <a:rPr lang="en-AU" sz="2400" dirty="0">
                <a:latin typeface="Arial"/>
                <a:cs typeface="Arial"/>
              </a:rPr>
              <a:t>The</a:t>
            </a:r>
            <a:r>
              <a:rPr lang="en-AU" sz="2400" spc="-47" dirty="0">
                <a:latin typeface="Arial"/>
                <a:cs typeface="Arial"/>
              </a:rPr>
              <a:t> </a:t>
            </a:r>
            <a:r>
              <a:rPr lang="en-AU" sz="2400" dirty="0">
                <a:latin typeface="Arial"/>
                <a:cs typeface="Arial"/>
              </a:rPr>
              <a:t>University</a:t>
            </a:r>
            <a:r>
              <a:rPr lang="en-AU" sz="2400" spc="-40" dirty="0">
                <a:latin typeface="Arial"/>
                <a:cs typeface="Arial"/>
              </a:rPr>
              <a:t> </a:t>
            </a:r>
            <a:r>
              <a:rPr lang="en-AU" sz="2400" dirty="0">
                <a:latin typeface="Arial"/>
                <a:cs typeface="Arial"/>
              </a:rPr>
              <a:t>of</a:t>
            </a:r>
            <a:r>
              <a:rPr lang="en-AU" sz="2400" spc="-47" dirty="0">
                <a:latin typeface="Arial"/>
                <a:cs typeface="Arial"/>
              </a:rPr>
              <a:t> </a:t>
            </a:r>
            <a:r>
              <a:rPr lang="en-AU" sz="2400" dirty="0">
                <a:latin typeface="Arial"/>
                <a:cs typeface="Arial"/>
              </a:rPr>
              <a:t>Sydney’s</a:t>
            </a:r>
            <a:r>
              <a:rPr lang="en-AU" sz="2400" spc="-40" dirty="0">
                <a:latin typeface="Arial"/>
                <a:cs typeface="Arial"/>
              </a:rPr>
              <a:t> </a:t>
            </a:r>
            <a:r>
              <a:rPr lang="en-AU" sz="2400" dirty="0">
                <a:latin typeface="Arial"/>
                <a:cs typeface="Arial"/>
              </a:rPr>
              <a:t>Camperdown</a:t>
            </a:r>
            <a:r>
              <a:rPr lang="en-AU" sz="2400" spc="-40" dirty="0">
                <a:latin typeface="Arial"/>
                <a:cs typeface="Arial"/>
              </a:rPr>
              <a:t> </a:t>
            </a:r>
            <a:r>
              <a:rPr lang="en-AU" sz="2400" dirty="0">
                <a:latin typeface="Arial"/>
                <a:cs typeface="Arial"/>
              </a:rPr>
              <a:t>Campus</a:t>
            </a:r>
            <a:r>
              <a:rPr lang="en-AU" sz="2400" spc="-47" dirty="0">
                <a:latin typeface="Arial"/>
                <a:cs typeface="Arial"/>
              </a:rPr>
              <a:t> </a:t>
            </a:r>
            <a:r>
              <a:rPr lang="en-AU" sz="2400" dirty="0">
                <a:latin typeface="Arial"/>
                <a:cs typeface="Arial"/>
              </a:rPr>
              <a:t>sits</a:t>
            </a:r>
            <a:r>
              <a:rPr lang="en-AU" sz="2400" spc="-40" dirty="0">
                <a:latin typeface="Arial"/>
                <a:cs typeface="Arial"/>
              </a:rPr>
              <a:t> </a:t>
            </a:r>
            <a:r>
              <a:rPr lang="en-AU" sz="2400" dirty="0">
                <a:latin typeface="Arial"/>
                <a:cs typeface="Arial"/>
              </a:rPr>
              <a:t>on</a:t>
            </a:r>
            <a:r>
              <a:rPr lang="en-AU" sz="2400" spc="-40" dirty="0">
                <a:latin typeface="Arial"/>
                <a:cs typeface="Arial"/>
              </a:rPr>
              <a:t> </a:t>
            </a:r>
            <a:r>
              <a:rPr lang="en-AU" sz="2400" dirty="0">
                <a:latin typeface="Arial"/>
                <a:cs typeface="Arial"/>
              </a:rPr>
              <a:t>the</a:t>
            </a:r>
            <a:r>
              <a:rPr lang="en-AU" sz="2400" spc="-47" dirty="0">
                <a:latin typeface="Arial"/>
                <a:cs typeface="Arial"/>
              </a:rPr>
              <a:t> </a:t>
            </a:r>
            <a:r>
              <a:rPr lang="en-AU" sz="2400" dirty="0">
                <a:latin typeface="Arial"/>
                <a:cs typeface="Arial"/>
              </a:rPr>
              <a:t>lands</a:t>
            </a:r>
            <a:r>
              <a:rPr lang="en-AU" sz="2400" spc="-40" dirty="0">
                <a:latin typeface="Arial"/>
                <a:cs typeface="Arial"/>
              </a:rPr>
              <a:t> </a:t>
            </a:r>
            <a:r>
              <a:rPr lang="en-AU" sz="2400" dirty="0">
                <a:latin typeface="Arial"/>
                <a:cs typeface="Arial"/>
              </a:rPr>
              <a:t>of</a:t>
            </a:r>
            <a:r>
              <a:rPr lang="en-AU" sz="2400" spc="-40" dirty="0">
                <a:latin typeface="Arial"/>
                <a:cs typeface="Arial"/>
              </a:rPr>
              <a:t> </a:t>
            </a:r>
            <a:r>
              <a:rPr lang="en-AU" sz="2400" spc="-33" dirty="0">
                <a:latin typeface="Arial"/>
                <a:cs typeface="Arial"/>
              </a:rPr>
              <a:t>the </a:t>
            </a:r>
            <a:r>
              <a:rPr lang="en-AU" sz="2400" dirty="0">
                <a:latin typeface="Arial"/>
                <a:cs typeface="Arial"/>
              </a:rPr>
              <a:t>Gadigal</a:t>
            </a:r>
            <a:r>
              <a:rPr lang="en-AU" sz="2400" spc="-13" dirty="0">
                <a:latin typeface="Arial"/>
                <a:cs typeface="Arial"/>
              </a:rPr>
              <a:t> </a:t>
            </a:r>
            <a:r>
              <a:rPr lang="en-AU" sz="2400" dirty="0">
                <a:latin typeface="Arial"/>
                <a:cs typeface="Arial"/>
              </a:rPr>
              <a:t>people</a:t>
            </a:r>
            <a:r>
              <a:rPr lang="en-AU" sz="2400" spc="-13" dirty="0">
                <a:latin typeface="Arial"/>
                <a:cs typeface="Arial"/>
              </a:rPr>
              <a:t> </a:t>
            </a:r>
            <a:r>
              <a:rPr lang="en-AU" sz="2400" dirty="0">
                <a:latin typeface="Arial"/>
                <a:cs typeface="Arial"/>
              </a:rPr>
              <a:t>with</a:t>
            </a:r>
            <a:r>
              <a:rPr lang="en-AU" sz="2400" spc="-13" dirty="0">
                <a:latin typeface="Arial"/>
                <a:cs typeface="Arial"/>
              </a:rPr>
              <a:t> </a:t>
            </a:r>
            <a:r>
              <a:rPr lang="en-AU" sz="2400" dirty="0">
                <a:latin typeface="Arial"/>
                <a:cs typeface="Arial"/>
              </a:rPr>
              <a:t>campuses,</a:t>
            </a:r>
            <a:r>
              <a:rPr lang="en-AU" sz="2400" spc="-7" dirty="0">
                <a:latin typeface="Arial"/>
                <a:cs typeface="Arial"/>
              </a:rPr>
              <a:t> </a:t>
            </a:r>
            <a:r>
              <a:rPr lang="en-AU" sz="2400" dirty="0">
                <a:latin typeface="Arial"/>
                <a:cs typeface="Arial"/>
              </a:rPr>
              <a:t>teaching</a:t>
            </a:r>
            <a:r>
              <a:rPr lang="en-AU" sz="2400" spc="-13" dirty="0">
                <a:latin typeface="Arial"/>
                <a:cs typeface="Arial"/>
              </a:rPr>
              <a:t> </a:t>
            </a:r>
            <a:r>
              <a:rPr lang="en-AU" sz="2400" dirty="0">
                <a:latin typeface="Arial"/>
                <a:cs typeface="Arial"/>
              </a:rPr>
              <a:t>and</a:t>
            </a:r>
            <a:r>
              <a:rPr lang="en-AU" sz="2400" spc="-13" dirty="0">
                <a:latin typeface="Arial"/>
                <a:cs typeface="Arial"/>
              </a:rPr>
              <a:t> </a:t>
            </a:r>
            <a:r>
              <a:rPr lang="en-AU" sz="2400" dirty="0">
                <a:latin typeface="Arial"/>
                <a:cs typeface="Arial"/>
              </a:rPr>
              <a:t>research</a:t>
            </a:r>
            <a:r>
              <a:rPr lang="en-AU" sz="2400" spc="-7" dirty="0">
                <a:latin typeface="Arial"/>
                <a:cs typeface="Arial"/>
              </a:rPr>
              <a:t> </a:t>
            </a:r>
            <a:r>
              <a:rPr lang="en-AU" sz="2400" dirty="0">
                <a:latin typeface="Arial"/>
                <a:cs typeface="Arial"/>
              </a:rPr>
              <a:t>facilities</a:t>
            </a:r>
            <a:r>
              <a:rPr lang="en-AU" sz="2400" spc="-7" dirty="0">
                <a:latin typeface="Arial"/>
                <a:cs typeface="Arial"/>
              </a:rPr>
              <a:t> </a:t>
            </a:r>
            <a:r>
              <a:rPr lang="en-AU" sz="2400" dirty="0">
                <a:latin typeface="Arial"/>
                <a:cs typeface="Arial"/>
              </a:rPr>
              <a:t>on</a:t>
            </a:r>
            <a:r>
              <a:rPr lang="en-AU" sz="2400" spc="-13" dirty="0">
                <a:latin typeface="Arial"/>
                <a:cs typeface="Arial"/>
              </a:rPr>
              <a:t> </a:t>
            </a:r>
            <a:r>
              <a:rPr lang="en-AU" sz="2400" spc="-33" dirty="0">
                <a:latin typeface="Arial"/>
                <a:cs typeface="Arial"/>
              </a:rPr>
              <a:t>the </a:t>
            </a:r>
            <a:r>
              <a:rPr lang="en-AU" sz="2400" dirty="0">
                <a:latin typeface="Arial"/>
                <a:cs typeface="Arial"/>
              </a:rPr>
              <a:t>lands</a:t>
            </a:r>
            <a:r>
              <a:rPr lang="en-AU" sz="2400" spc="-60" dirty="0">
                <a:latin typeface="Arial"/>
                <a:cs typeface="Arial"/>
              </a:rPr>
              <a:t> </a:t>
            </a:r>
            <a:r>
              <a:rPr lang="en-AU" sz="2400" dirty="0">
                <a:latin typeface="Arial"/>
                <a:cs typeface="Arial"/>
              </a:rPr>
              <a:t>of</a:t>
            </a:r>
            <a:r>
              <a:rPr lang="en-AU" sz="2400" spc="-47" dirty="0">
                <a:latin typeface="Arial"/>
                <a:cs typeface="Arial"/>
              </a:rPr>
              <a:t> </a:t>
            </a:r>
            <a:r>
              <a:rPr lang="en-AU" sz="2400" dirty="0">
                <a:latin typeface="Arial"/>
                <a:cs typeface="Arial"/>
              </a:rPr>
              <a:t>the</a:t>
            </a:r>
            <a:r>
              <a:rPr lang="en-AU" sz="2400" spc="-33" dirty="0">
                <a:latin typeface="Arial"/>
                <a:cs typeface="Arial"/>
              </a:rPr>
              <a:t> </a:t>
            </a:r>
            <a:r>
              <a:rPr lang="en-AU" sz="2400" dirty="0" err="1">
                <a:latin typeface="Arial"/>
                <a:cs typeface="Arial"/>
              </a:rPr>
              <a:t>Gamaraygal</a:t>
            </a:r>
            <a:r>
              <a:rPr lang="en-AU" sz="2400" dirty="0">
                <a:latin typeface="Arial"/>
                <a:cs typeface="Arial"/>
              </a:rPr>
              <a:t>,</a:t>
            </a:r>
            <a:r>
              <a:rPr lang="en-AU" sz="2400" spc="-40" dirty="0">
                <a:latin typeface="Arial"/>
                <a:cs typeface="Arial"/>
              </a:rPr>
              <a:t> </a:t>
            </a:r>
            <a:r>
              <a:rPr lang="en-AU" sz="2400" dirty="0" err="1">
                <a:latin typeface="Arial"/>
                <a:cs typeface="Arial"/>
              </a:rPr>
              <a:t>Dharug</a:t>
            </a:r>
            <a:r>
              <a:rPr lang="en-AU" sz="2400" dirty="0">
                <a:latin typeface="Arial"/>
                <a:cs typeface="Arial"/>
              </a:rPr>
              <a:t>,</a:t>
            </a:r>
            <a:r>
              <a:rPr lang="en-AU" sz="2400" spc="-40" dirty="0">
                <a:latin typeface="Arial"/>
                <a:cs typeface="Arial"/>
              </a:rPr>
              <a:t> </a:t>
            </a:r>
            <a:r>
              <a:rPr lang="en-AU" sz="2400" dirty="0" err="1">
                <a:latin typeface="Arial"/>
                <a:cs typeface="Arial"/>
              </a:rPr>
              <a:t>Wangal</a:t>
            </a:r>
            <a:r>
              <a:rPr lang="en-AU" sz="2400" dirty="0">
                <a:latin typeface="Arial"/>
                <a:cs typeface="Arial"/>
              </a:rPr>
              <a:t>,</a:t>
            </a:r>
            <a:r>
              <a:rPr lang="en-AU" sz="2400" spc="-47" dirty="0">
                <a:latin typeface="Arial"/>
                <a:cs typeface="Arial"/>
              </a:rPr>
              <a:t> </a:t>
            </a:r>
            <a:r>
              <a:rPr lang="en-AU" sz="2400" dirty="0" err="1">
                <a:latin typeface="Arial"/>
                <a:cs typeface="Arial"/>
              </a:rPr>
              <a:t>Darkinyung</a:t>
            </a:r>
            <a:r>
              <a:rPr lang="en-AU" sz="2400" dirty="0">
                <a:latin typeface="Arial"/>
                <a:cs typeface="Arial"/>
              </a:rPr>
              <a:t>,</a:t>
            </a:r>
            <a:r>
              <a:rPr lang="en-AU" sz="2400" spc="-40" dirty="0">
                <a:latin typeface="Arial"/>
                <a:cs typeface="Arial"/>
              </a:rPr>
              <a:t> </a:t>
            </a:r>
            <a:r>
              <a:rPr lang="en-AU" sz="2400" spc="-13" dirty="0" err="1">
                <a:latin typeface="Arial"/>
                <a:cs typeface="Arial"/>
              </a:rPr>
              <a:t>Burramadagal</a:t>
            </a:r>
            <a:r>
              <a:rPr lang="en-AU" sz="2400" spc="-13" dirty="0">
                <a:latin typeface="Arial"/>
                <a:cs typeface="Arial"/>
              </a:rPr>
              <a:t>, </a:t>
            </a:r>
            <a:r>
              <a:rPr lang="en-AU" sz="2400" dirty="0" err="1">
                <a:latin typeface="Arial"/>
                <a:cs typeface="Arial"/>
              </a:rPr>
              <a:t>Dharawal</a:t>
            </a:r>
            <a:r>
              <a:rPr lang="en-AU" sz="2400" dirty="0">
                <a:latin typeface="Arial"/>
                <a:cs typeface="Arial"/>
              </a:rPr>
              <a:t>,</a:t>
            </a:r>
            <a:r>
              <a:rPr lang="en-AU" sz="2400" spc="-40" dirty="0">
                <a:latin typeface="Arial"/>
                <a:cs typeface="Arial"/>
              </a:rPr>
              <a:t> </a:t>
            </a:r>
            <a:r>
              <a:rPr lang="en-AU" sz="2400" dirty="0" err="1">
                <a:latin typeface="Arial"/>
                <a:cs typeface="Arial"/>
              </a:rPr>
              <a:t>Gandangara</a:t>
            </a:r>
            <a:r>
              <a:rPr lang="en-AU" sz="2400" dirty="0">
                <a:latin typeface="Arial"/>
                <a:cs typeface="Arial"/>
              </a:rPr>
              <a:t>,</a:t>
            </a:r>
            <a:r>
              <a:rPr lang="en-AU" sz="2400" spc="-13" dirty="0">
                <a:latin typeface="Arial"/>
                <a:cs typeface="Arial"/>
              </a:rPr>
              <a:t> Gamilaraay,</a:t>
            </a:r>
            <a:r>
              <a:rPr lang="en-AU" sz="2400" spc="-20" dirty="0">
                <a:latin typeface="Arial"/>
                <a:cs typeface="Arial"/>
              </a:rPr>
              <a:t> </a:t>
            </a:r>
            <a:r>
              <a:rPr lang="en-AU" sz="2400" dirty="0" err="1">
                <a:latin typeface="Arial"/>
                <a:cs typeface="Arial"/>
              </a:rPr>
              <a:t>Barkindji</a:t>
            </a:r>
            <a:r>
              <a:rPr lang="en-AU" sz="2400" dirty="0">
                <a:latin typeface="Arial"/>
                <a:cs typeface="Arial"/>
              </a:rPr>
              <a:t>,</a:t>
            </a:r>
            <a:r>
              <a:rPr lang="en-AU" sz="2400" spc="-13" dirty="0">
                <a:latin typeface="Arial"/>
                <a:cs typeface="Arial"/>
              </a:rPr>
              <a:t> </a:t>
            </a:r>
            <a:r>
              <a:rPr lang="en-AU" sz="2400" dirty="0">
                <a:latin typeface="Arial"/>
                <a:cs typeface="Arial"/>
              </a:rPr>
              <a:t>Bundjalung,</a:t>
            </a:r>
            <a:r>
              <a:rPr lang="en-AU" sz="2400" spc="-13" dirty="0">
                <a:latin typeface="Arial"/>
                <a:cs typeface="Arial"/>
              </a:rPr>
              <a:t> Wiradjuri, </a:t>
            </a:r>
            <a:r>
              <a:rPr lang="en-AU" sz="2400" dirty="0" err="1">
                <a:latin typeface="Arial"/>
                <a:cs typeface="Arial"/>
              </a:rPr>
              <a:t>Ngunawal</a:t>
            </a:r>
            <a:r>
              <a:rPr lang="en-AU" sz="2400" dirty="0">
                <a:latin typeface="Arial"/>
                <a:cs typeface="Arial"/>
              </a:rPr>
              <a:t>,</a:t>
            </a:r>
            <a:r>
              <a:rPr lang="en-AU" sz="2400" spc="-20" dirty="0">
                <a:latin typeface="Arial"/>
                <a:cs typeface="Arial"/>
              </a:rPr>
              <a:t> </a:t>
            </a:r>
            <a:r>
              <a:rPr lang="en-AU" sz="2400" dirty="0" err="1">
                <a:latin typeface="Arial"/>
                <a:cs typeface="Arial"/>
              </a:rPr>
              <a:t>Gureng</a:t>
            </a:r>
            <a:r>
              <a:rPr lang="en-AU" sz="2400" spc="-13" dirty="0">
                <a:latin typeface="Arial"/>
                <a:cs typeface="Arial"/>
              </a:rPr>
              <a:t> </a:t>
            </a:r>
            <a:r>
              <a:rPr lang="en-AU" sz="2400" dirty="0" err="1">
                <a:latin typeface="Arial"/>
                <a:cs typeface="Arial"/>
              </a:rPr>
              <a:t>Gureng</a:t>
            </a:r>
            <a:r>
              <a:rPr lang="en-AU" sz="2400" dirty="0">
                <a:latin typeface="Arial"/>
                <a:cs typeface="Arial"/>
              </a:rPr>
              <a:t>,</a:t>
            </a:r>
            <a:r>
              <a:rPr lang="en-AU" sz="2400" spc="-13" dirty="0">
                <a:latin typeface="Arial"/>
                <a:cs typeface="Arial"/>
              </a:rPr>
              <a:t> </a:t>
            </a:r>
            <a:r>
              <a:rPr lang="en-AU" sz="2400" dirty="0">
                <a:latin typeface="Arial"/>
                <a:cs typeface="Arial"/>
              </a:rPr>
              <a:t>and</a:t>
            </a:r>
            <a:r>
              <a:rPr lang="en-AU" sz="2400" spc="-20" dirty="0">
                <a:latin typeface="Arial"/>
                <a:cs typeface="Arial"/>
              </a:rPr>
              <a:t> </a:t>
            </a:r>
            <a:r>
              <a:rPr lang="en-AU" sz="2400" dirty="0" err="1">
                <a:latin typeface="Arial"/>
                <a:cs typeface="Arial"/>
              </a:rPr>
              <a:t>Gagadju</a:t>
            </a:r>
            <a:r>
              <a:rPr lang="en-AU" sz="2400" spc="-13" dirty="0">
                <a:latin typeface="Arial"/>
                <a:cs typeface="Arial"/>
              </a:rPr>
              <a:t> peoples.</a:t>
            </a:r>
            <a:endParaRPr lang="en-AU" sz="2400" dirty="0">
              <a:latin typeface="Arial"/>
              <a:cs typeface="Arial"/>
            </a:endParaRPr>
          </a:p>
        </p:txBody>
      </p:sp>
    </p:spTree>
    <p:extLst>
      <p:ext uri="{BB962C8B-B14F-4D97-AF65-F5344CB8AC3E}">
        <p14:creationId xmlns:p14="http://schemas.microsoft.com/office/powerpoint/2010/main" val="16202405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cknowledgement of Country 3">
    <p:bg>
      <p:bgPr>
        <a:solidFill>
          <a:schemeClr val="accent1"/>
        </a:solidFill>
        <a:effectLst/>
      </p:bgPr>
    </p:bg>
    <p:spTree>
      <p:nvGrpSpPr>
        <p:cNvPr id="1" name=""/>
        <p:cNvGrpSpPr/>
        <p:nvPr/>
      </p:nvGrpSpPr>
      <p:grpSpPr>
        <a:xfrm>
          <a:off x="0" y="0"/>
          <a:ext cx="0" cy="0"/>
          <a:chOff x="0" y="0"/>
          <a:chExt cx="0" cy="0"/>
        </a:xfrm>
      </p:grpSpPr>
      <p:pic>
        <p:nvPicPr>
          <p:cNvPr id="16" name="Picture 2">
            <a:extLst>
              <a:ext uri="{FF2B5EF4-FFF2-40B4-BE49-F238E27FC236}">
                <a16:creationId xmlns:a16="http://schemas.microsoft.com/office/drawing/2014/main" id="{6E1B4E01-527A-D1AA-EA18-50F1CA440C46}"/>
              </a:ext>
            </a:extLst>
          </p:cNvPr>
          <p:cNvPicPr>
            <a:picLocks noChangeAspect="1"/>
          </p:cNvPicPr>
          <p:nvPr userDrawn="1"/>
        </p:nvPicPr>
        <p:blipFill>
          <a:blip r:embed="rId2"/>
          <a:stretch>
            <a:fillRect/>
          </a:stretch>
        </p:blipFill>
        <p:spPr>
          <a:xfrm>
            <a:off x="778588" y="4814971"/>
            <a:ext cx="2078160" cy="730939"/>
          </a:xfrm>
          <a:prstGeom prst="rect">
            <a:avLst/>
          </a:prstGeom>
        </p:spPr>
      </p:pic>
      <p:sp>
        <p:nvSpPr>
          <p:cNvPr id="2" name="Title 1">
            <a:extLst>
              <a:ext uri="{FF2B5EF4-FFF2-40B4-BE49-F238E27FC236}">
                <a16:creationId xmlns:a16="http://schemas.microsoft.com/office/drawing/2014/main" id="{C5D2DBAA-0372-EA1B-CAD1-7C9766B4464D}"/>
              </a:ext>
            </a:extLst>
          </p:cNvPr>
          <p:cNvSpPr>
            <a:spLocks noGrp="1"/>
          </p:cNvSpPr>
          <p:nvPr>
            <p:ph type="body" sz="quarter" idx="11" hasCustomPrompt="1"/>
          </p:nvPr>
        </p:nvSpPr>
        <p:spPr>
          <a:xfrm>
            <a:off x="778933" y="1312091"/>
            <a:ext cx="7349067" cy="2015309"/>
          </a:xfrm>
          <a:prstGeom prst="rect">
            <a:avLst/>
          </a:prstGeom>
        </p:spPr>
        <p:txBody>
          <a:bodyPr lIns="0" tIns="0" rIns="0" bIns="0"/>
          <a:lstStyle>
            <a:lvl1pPr marL="16933" marR="6773" indent="0" algn="l">
              <a:lnSpc>
                <a:spcPct val="100000"/>
              </a:lnSpc>
              <a:spcBef>
                <a:spcPts val="133"/>
              </a:spcBef>
              <a:buNone/>
              <a:defRPr>
                <a:solidFill>
                  <a:schemeClr val="tx1"/>
                </a:solidFill>
              </a:defRPr>
            </a:lvl1pPr>
          </a:lstStyle>
          <a:p>
            <a:pPr marL="12700" marR="5080">
              <a:lnSpc>
                <a:spcPct val="100000"/>
              </a:lnSpc>
              <a:spcBef>
                <a:spcPts val="100"/>
              </a:spcBef>
            </a:pPr>
            <a:r>
              <a:rPr lang="en-AU" sz="2400" i="0" dirty="0">
                <a:latin typeface="Arial"/>
                <a:cs typeface="Arial"/>
              </a:rPr>
              <a:t>Add in own text for Acknowledgement of Country 18pt</a:t>
            </a:r>
            <a:endParaRPr lang="en-AU" sz="2400" i="0" spc="-27" dirty="0">
              <a:latin typeface="Arial"/>
              <a:cs typeface="Arial"/>
            </a:endParaRPr>
          </a:p>
        </p:txBody>
      </p:sp>
    </p:spTree>
    <p:extLst>
      <p:ext uri="{BB962C8B-B14F-4D97-AF65-F5344CB8AC3E}">
        <p14:creationId xmlns:p14="http://schemas.microsoft.com/office/powerpoint/2010/main" val="3570409562"/>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ter break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0A2F580-458B-6978-E5C4-D439F8A8EF5E}"/>
              </a:ext>
            </a:extLst>
          </p:cNvPr>
          <p:cNvSpPr>
            <a:spLocks noGrp="1"/>
          </p:cNvSpPr>
          <p:nvPr>
            <p:ph type="body" sz="quarter" idx="17" hasCustomPrompt="1"/>
          </p:nvPr>
        </p:nvSpPr>
        <p:spPr>
          <a:xfrm>
            <a:off x="739955" y="766233"/>
            <a:ext cx="10710333" cy="830744"/>
          </a:xfrm>
          <a:prstGeom prst="rect">
            <a:avLst/>
          </a:prstGeom>
        </p:spPr>
        <p:txBody>
          <a:bodyPr lIns="0" rIns="90000"/>
          <a:lstStyle>
            <a:lvl1pPr marL="16933" indent="0">
              <a:spcBef>
                <a:spcPts val="133"/>
              </a:spcBef>
              <a:buNone/>
              <a:defRPr sz="3733" b="0" i="0">
                <a:solidFill>
                  <a:schemeClr val="tx1"/>
                </a:solidFill>
                <a:latin typeface="Times" pitchFamily="2" charset="0"/>
              </a:defRPr>
            </a:lvl1pPr>
          </a:lstStyle>
          <a:p>
            <a:pPr marL="12700">
              <a:spcBef>
                <a:spcPts val="100"/>
              </a:spcBef>
            </a:pPr>
            <a:r>
              <a:rPr lang="en-AU" sz="3733" dirty="0">
                <a:solidFill>
                  <a:srgbClr val="000000"/>
                </a:solidFill>
                <a:latin typeface="Arial"/>
                <a:cs typeface="Arial"/>
              </a:rPr>
              <a:t>Chapter break headline 28pt</a:t>
            </a:r>
            <a:endParaRPr lang="en-AU" b="0" i="1" dirty="0">
              <a:latin typeface="Times" pitchFamily="2" charset="0"/>
            </a:endParaRPr>
          </a:p>
        </p:txBody>
      </p:sp>
      <p:sp>
        <p:nvSpPr>
          <p:cNvPr id="9" name="Text Placeholder 2">
            <a:extLst>
              <a:ext uri="{FF2B5EF4-FFF2-40B4-BE49-F238E27FC236}">
                <a16:creationId xmlns:a16="http://schemas.microsoft.com/office/drawing/2014/main" id="{A3DE63B7-3D2D-E116-E58F-2358C702605C}"/>
              </a:ext>
            </a:extLst>
          </p:cNvPr>
          <p:cNvSpPr>
            <a:spLocks noGrp="1"/>
          </p:cNvSpPr>
          <p:nvPr>
            <p:ph type="body" sz="quarter" idx="12" hasCustomPrompt="1"/>
          </p:nvPr>
        </p:nvSpPr>
        <p:spPr>
          <a:xfrm>
            <a:off x="739955" y="1397000"/>
            <a:ext cx="10710333" cy="830744"/>
          </a:xfrm>
          <a:prstGeom prst="rect">
            <a:avLst/>
          </a:prstGeom>
        </p:spPr>
        <p:txBody>
          <a:bodyPr lIns="0" rIns="90000"/>
          <a:lstStyle>
            <a:lvl1pPr marL="16933" indent="0">
              <a:spcBef>
                <a:spcPts val="133"/>
              </a:spcBef>
              <a:buNone/>
              <a:defRPr sz="3733" b="0" i="1">
                <a:solidFill>
                  <a:schemeClr val="tx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6" name="Text Placeholder 3">
            <a:extLst>
              <a:ext uri="{FF2B5EF4-FFF2-40B4-BE49-F238E27FC236}">
                <a16:creationId xmlns:a16="http://schemas.microsoft.com/office/drawing/2014/main" id="{F7931C68-5A57-D921-2A9C-73B3990F8363}"/>
              </a:ext>
            </a:extLst>
          </p:cNvPr>
          <p:cNvSpPr>
            <a:spLocks noGrp="1"/>
          </p:cNvSpPr>
          <p:nvPr>
            <p:ph type="body" sz="quarter" idx="16" hasCustomPrompt="1"/>
          </p:nvPr>
        </p:nvSpPr>
        <p:spPr>
          <a:xfrm>
            <a:off x="749378" y="4038600"/>
            <a:ext cx="7378623" cy="2535304"/>
          </a:xfrm>
          <a:prstGeom prst="rect">
            <a:avLst/>
          </a:prstGeom>
        </p:spPr>
        <p:txBody>
          <a:bodyPr lIns="0" tIns="0" rIns="0" bIns="0"/>
          <a:lstStyle>
            <a:lvl1pPr marL="0" indent="0">
              <a:buFontTx/>
              <a:buNone/>
              <a:defRPr sz="1867">
                <a:solidFill>
                  <a:schemeClr val="tx1"/>
                </a:solidFill>
              </a:defRPr>
            </a:lvl1pPr>
          </a:lstStyle>
          <a:p>
            <a:r>
              <a:rPr lang="en-GB" dirty="0"/>
              <a:t>Presented by 14pt</a:t>
            </a:r>
            <a:endParaRPr lang="en-US" dirty="0"/>
          </a:p>
        </p:txBody>
      </p:sp>
    </p:spTree>
    <p:extLst>
      <p:ext uri="{BB962C8B-B14F-4D97-AF65-F5344CB8AC3E}">
        <p14:creationId xmlns:p14="http://schemas.microsoft.com/office/powerpoint/2010/main" val="22735422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break 2">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367AE0-0B1A-C793-8FD0-6C83B3BAF9A6}"/>
              </a:ext>
            </a:extLst>
          </p:cNvPr>
          <p:cNvSpPr>
            <a:spLocks noGrp="1"/>
          </p:cNvSpPr>
          <p:nvPr>
            <p:ph type="body" sz="quarter" idx="17" hasCustomPrompt="1"/>
          </p:nvPr>
        </p:nvSpPr>
        <p:spPr>
          <a:xfrm>
            <a:off x="739955" y="766233"/>
            <a:ext cx="10710333" cy="830744"/>
          </a:xfrm>
          <a:prstGeom prst="rect">
            <a:avLst/>
          </a:prstGeom>
        </p:spPr>
        <p:txBody>
          <a:bodyPr lIns="0" rIns="90000"/>
          <a:lstStyle>
            <a:lvl1pPr marL="16933" indent="0">
              <a:spcBef>
                <a:spcPts val="133"/>
              </a:spcBef>
              <a:buNone/>
              <a:defRPr sz="3733" b="0" i="0">
                <a:solidFill>
                  <a:schemeClr val="bg1"/>
                </a:solidFill>
                <a:latin typeface="+mn-lt"/>
              </a:defRPr>
            </a:lvl1pPr>
          </a:lstStyle>
          <a:p>
            <a:pPr marL="12700">
              <a:spcBef>
                <a:spcPts val="100"/>
              </a:spcBef>
            </a:pPr>
            <a:r>
              <a:rPr lang="en-AU" sz="3733" dirty="0">
                <a:solidFill>
                  <a:srgbClr val="000000"/>
                </a:solidFill>
                <a:latin typeface="Arial"/>
                <a:cs typeface="Arial"/>
              </a:rPr>
              <a:t>Chapter break headline 28pt</a:t>
            </a:r>
            <a:endParaRPr lang="en-AU" b="0" i="1" dirty="0">
              <a:latin typeface="Times" pitchFamily="2" charset="0"/>
            </a:endParaRPr>
          </a:p>
        </p:txBody>
      </p:sp>
      <p:sp>
        <p:nvSpPr>
          <p:cNvPr id="2" name="Title 2">
            <a:extLst>
              <a:ext uri="{FF2B5EF4-FFF2-40B4-BE49-F238E27FC236}">
                <a16:creationId xmlns:a16="http://schemas.microsoft.com/office/drawing/2014/main" id="{21066835-3577-7EA9-7C60-12C9BC765B41}"/>
              </a:ext>
            </a:extLst>
          </p:cNvPr>
          <p:cNvSpPr>
            <a:spLocks noGrp="1"/>
          </p:cNvSpPr>
          <p:nvPr>
            <p:ph type="body" sz="quarter" idx="12" hasCustomPrompt="1"/>
          </p:nvPr>
        </p:nvSpPr>
        <p:spPr>
          <a:xfrm>
            <a:off x="739955" y="1397000"/>
            <a:ext cx="10710333" cy="830744"/>
          </a:xfrm>
          <a:prstGeom prst="rect">
            <a:avLst/>
          </a:prstGeom>
        </p:spPr>
        <p:txBody>
          <a:bodyPr lIns="0" rIns="90000"/>
          <a:lstStyle>
            <a:lvl1pPr marL="16933" indent="0">
              <a:spcBef>
                <a:spcPts val="133"/>
              </a:spcBef>
              <a:buNone/>
              <a:defRPr sz="3733" b="0" i="1">
                <a:solidFill>
                  <a:schemeClr val="bg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3" name="Text Placeholder 3">
            <a:extLst>
              <a:ext uri="{FF2B5EF4-FFF2-40B4-BE49-F238E27FC236}">
                <a16:creationId xmlns:a16="http://schemas.microsoft.com/office/drawing/2014/main" id="{25AAED2F-1B70-12A0-8666-145503BFBB25}"/>
              </a:ext>
            </a:extLst>
          </p:cNvPr>
          <p:cNvSpPr>
            <a:spLocks noGrp="1"/>
          </p:cNvSpPr>
          <p:nvPr>
            <p:ph type="body" sz="quarter" idx="16" hasCustomPrompt="1"/>
          </p:nvPr>
        </p:nvSpPr>
        <p:spPr>
          <a:xfrm>
            <a:off x="749378" y="4038600"/>
            <a:ext cx="7378623" cy="2535304"/>
          </a:xfrm>
          <a:prstGeom prst="rect">
            <a:avLst/>
          </a:prstGeom>
        </p:spPr>
        <p:txBody>
          <a:bodyPr lIns="0" tIns="0" rIns="0" bIns="0"/>
          <a:lstStyle>
            <a:lvl1pPr marL="0" indent="0">
              <a:buFontTx/>
              <a:buNone/>
              <a:defRPr sz="1867">
                <a:solidFill>
                  <a:schemeClr val="bg1"/>
                </a:solidFill>
              </a:defRPr>
            </a:lvl1pPr>
          </a:lstStyle>
          <a:p>
            <a:r>
              <a:rPr lang="en-GB" dirty="0"/>
              <a:t>Presented by 14pt</a:t>
            </a:r>
            <a:endParaRPr lang="en-US" dirty="0"/>
          </a:p>
        </p:txBody>
      </p:sp>
    </p:spTree>
    <p:extLst>
      <p:ext uri="{BB962C8B-B14F-4D97-AF65-F5344CB8AC3E}">
        <p14:creationId xmlns:p14="http://schemas.microsoft.com/office/powerpoint/2010/main" val="416902041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pter break 3">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D0B820-7965-14E8-72F1-2EE5EF1CB3A9}"/>
              </a:ext>
            </a:extLst>
          </p:cNvPr>
          <p:cNvSpPr>
            <a:spLocks noGrp="1"/>
          </p:cNvSpPr>
          <p:nvPr>
            <p:ph type="body" sz="quarter" idx="17" hasCustomPrompt="1"/>
          </p:nvPr>
        </p:nvSpPr>
        <p:spPr>
          <a:xfrm>
            <a:off x="739955" y="766233"/>
            <a:ext cx="10710333" cy="830744"/>
          </a:xfrm>
          <a:prstGeom prst="rect">
            <a:avLst/>
          </a:prstGeom>
        </p:spPr>
        <p:txBody>
          <a:bodyPr lIns="0" rIns="90000"/>
          <a:lstStyle>
            <a:lvl1pPr marL="16933" indent="0">
              <a:spcBef>
                <a:spcPts val="133"/>
              </a:spcBef>
              <a:buNone/>
              <a:defRPr sz="3733" b="0" i="0">
                <a:solidFill>
                  <a:schemeClr val="bg1"/>
                </a:solidFill>
                <a:latin typeface="+mn-lt"/>
              </a:defRPr>
            </a:lvl1pPr>
          </a:lstStyle>
          <a:p>
            <a:pPr marL="12700">
              <a:spcBef>
                <a:spcPts val="100"/>
              </a:spcBef>
            </a:pPr>
            <a:r>
              <a:rPr lang="en-AU" sz="3733" dirty="0">
                <a:solidFill>
                  <a:srgbClr val="000000"/>
                </a:solidFill>
                <a:latin typeface="Arial"/>
                <a:cs typeface="Arial"/>
              </a:rPr>
              <a:t>Chapter break headline 28pt</a:t>
            </a:r>
            <a:endParaRPr lang="en-AU" b="0" i="1" dirty="0">
              <a:latin typeface="Times" pitchFamily="2" charset="0"/>
            </a:endParaRPr>
          </a:p>
        </p:txBody>
      </p:sp>
      <p:sp>
        <p:nvSpPr>
          <p:cNvPr id="2" name="Text Placeholder 2">
            <a:extLst>
              <a:ext uri="{FF2B5EF4-FFF2-40B4-BE49-F238E27FC236}">
                <a16:creationId xmlns:a16="http://schemas.microsoft.com/office/drawing/2014/main" id="{6FC22782-CE95-2810-1D92-2B7EA357B871}"/>
              </a:ext>
            </a:extLst>
          </p:cNvPr>
          <p:cNvSpPr>
            <a:spLocks noGrp="1"/>
          </p:cNvSpPr>
          <p:nvPr>
            <p:ph type="body" sz="quarter" idx="12" hasCustomPrompt="1"/>
          </p:nvPr>
        </p:nvSpPr>
        <p:spPr>
          <a:xfrm>
            <a:off x="739955" y="1397000"/>
            <a:ext cx="10710333" cy="830744"/>
          </a:xfrm>
          <a:prstGeom prst="rect">
            <a:avLst/>
          </a:prstGeom>
        </p:spPr>
        <p:txBody>
          <a:bodyPr lIns="0" rIns="90000"/>
          <a:lstStyle>
            <a:lvl1pPr marL="16933" indent="0">
              <a:spcBef>
                <a:spcPts val="133"/>
              </a:spcBef>
              <a:buNone/>
              <a:defRPr sz="3733" b="0" i="1">
                <a:solidFill>
                  <a:schemeClr val="bg1"/>
                </a:solidFill>
                <a:latin typeface="Times" pitchFamily="2" charset="0"/>
              </a:defRPr>
            </a:lvl1pPr>
          </a:lstStyle>
          <a:p>
            <a:pPr marL="12700">
              <a:spcBef>
                <a:spcPts val="100"/>
              </a:spcBef>
            </a:pPr>
            <a:r>
              <a:rPr lang="en-AU" b="0" i="1" dirty="0">
                <a:solidFill>
                  <a:srgbClr val="000000"/>
                </a:solidFill>
                <a:latin typeface="Times" pitchFamily="2" charset="0"/>
              </a:rPr>
              <a:t>1-2 lines of copy</a:t>
            </a:r>
            <a:endParaRPr lang="en-AU" b="0" i="1" dirty="0">
              <a:latin typeface="Times" pitchFamily="2" charset="0"/>
            </a:endParaRPr>
          </a:p>
        </p:txBody>
      </p:sp>
      <p:sp>
        <p:nvSpPr>
          <p:cNvPr id="3" name="Text Placeholder 3">
            <a:extLst>
              <a:ext uri="{FF2B5EF4-FFF2-40B4-BE49-F238E27FC236}">
                <a16:creationId xmlns:a16="http://schemas.microsoft.com/office/drawing/2014/main" id="{6F8263D2-F9BE-3D44-C629-FD1F86B3E17F}"/>
              </a:ext>
            </a:extLst>
          </p:cNvPr>
          <p:cNvSpPr>
            <a:spLocks noGrp="1"/>
          </p:cNvSpPr>
          <p:nvPr>
            <p:ph type="body" sz="quarter" idx="16" hasCustomPrompt="1"/>
          </p:nvPr>
        </p:nvSpPr>
        <p:spPr>
          <a:xfrm>
            <a:off x="749378" y="4038600"/>
            <a:ext cx="7378623" cy="2535304"/>
          </a:xfrm>
          <a:prstGeom prst="rect">
            <a:avLst/>
          </a:prstGeom>
        </p:spPr>
        <p:txBody>
          <a:bodyPr lIns="0" tIns="0" rIns="0" bIns="0"/>
          <a:lstStyle>
            <a:lvl1pPr marL="0" indent="0">
              <a:buFontTx/>
              <a:buNone/>
              <a:defRPr sz="1867">
                <a:solidFill>
                  <a:schemeClr val="bg1"/>
                </a:solidFill>
              </a:defRPr>
            </a:lvl1pPr>
          </a:lstStyle>
          <a:p>
            <a:r>
              <a:rPr lang="en-GB" dirty="0"/>
              <a:t>Presented by 14pt</a:t>
            </a:r>
            <a:endParaRPr lang="en-US" dirty="0"/>
          </a:p>
        </p:txBody>
      </p:sp>
    </p:spTree>
    <p:extLst>
      <p:ext uri="{BB962C8B-B14F-4D97-AF65-F5344CB8AC3E}">
        <p14:creationId xmlns:p14="http://schemas.microsoft.com/office/powerpoint/2010/main" val="1528617313"/>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ogo centre black">
    <p:bg>
      <p:bgRef idx="1001">
        <a:schemeClr val="bg1"/>
      </p:bgRef>
    </p:bg>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50296C6E-3B64-67D7-F619-28187B1295EE}"/>
              </a:ext>
              <a:ext uri="{C183D7F6-B498-43B3-948B-1728B52AA6E4}">
                <adec:decorative xmlns:adec="http://schemas.microsoft.com/office/drawing/2017/decorative" val="1"/>
              </a:ext>
            </a:extLst>
          </p:cNvPr>
          <p:cNvSpPr/>
          <p:nvPr userDrawn="1"/>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chemeClr val="tx1"/>
          </a:solidFill>
        </p:spPr>
        <p:txBody>
          <a:bodyPr wrap="square" lIns="0" tIns="0" rIns="0" bIns="0" rtlCol="0"/>
          <a:lstStyle/>
          <a:p>
            <a:endParaRPr/>
          </a:p>
        </p:txBody>
      </p:sp>
      <p:pic>
        <p:nvPicPr>
          <p:cNvPr id="10" name="Picture 9">
            <a:extLst>
              <a:ext uri="{FF2B5EF4-FFF2-40B4-BE49-F238E27FC236}">
                <a16:creationId xmlns:a16="http://schemas.microsoft.com/office/drawing/2014/main" id="{90B06A1B-395E-4CB0-3B0C-D14FDE9BA0E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76453" y="3014931"/>
            <a:ext cx="2439097" cy="844303"/>
          </a:xfrm>
          <a:prstGeom prst="rect">
            <a:avLst/>
          </a:prstGeom>
        </p:spPr>
      </p:pic>
    </p:spTree>
    <p:extLst>
      <p:ext uri="{BB962C8B-B14F-4D97-AF65-F5344CB8AC3E}">
        <p14:creationId xmlns:p14="http://schemas.microsoft.com/office/powerpoint/2010/main" val="3398649956"/>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ogo centre ochr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3E466C-1ADC-0DA2-E815-89094AED2510}"/>
              </a:ext>
            </a:extLst>
          </p:cNvPr>
          <p:cNvPicPr>
            <a:picLocks noChangeAspect="1"/>
          </p:cNvPicPr>
          <p:nvPr userDrawn="1"/>
        </p:nvPicPr>
        <p:blipFill>
          <a:blip r:embed="rId2"/>
          <a:stretch>
            <a:fillRect/>
          </a:stretch>
        </p:blipFill>
        <p:spPr>
          <a:xfrm>
            <a:off x="4876452" y="3014930"/>
            <a:ext cx="2439097" cy="857889"/>
          </a:xfrm>
          <a:prstGeom prst="rect">
            <a:avLst/>
          </a:prstGeom>
        </p:spPr>
      </p:pic>
    </p:spTree>
    <p:extLst>
      <p:ext uri="{BB962C8B-B14F-4D97-AF65-F5344CB8AC3E}">
        <p14:creationId xmlns:p14="http://schemas.microsoft.com/office/powerpoint/2010/main" val="4022380806"/>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1">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8375F2-9EFB-E2E0-D249-EBD6EB927363}"/>
              </a:ext>
            </a:extLst>
          </p:cNvPr>
          <p:cNvSpPr txBox="1">
            <a:spLocks noGrp="1"/>
          </p:cNvSpPr>
          <p:nvPr>
            <p:ph type="title" hasCustomPrompt="1"/>
          </p:nvPr>
        </p:nvSpPr>
        <p:spPr>
          <a:xfrm>
            <a:off x="1117600" y="1092200"/>
            <a:ext cx="9855200" cy="4673600"/>
          </a:xfrm>
          <a:prstGeom prst="rect">
            <a:avLst/>
          </a:prstGeom>
        </p:spPr>
        <p:txBody>
          <a:bodyPr vert="horz" wrap="square" lIns="0" tIns="12700" rIns="0" bIns="0" rtlCol="0" anchor="ctr" anchorCtr="0">
            <a:noAutofit/>
          </a:bodyPr>
          <a:lstStyle>
            <a:lvl1pPr algn="ctr">
              <a:defRPr sz="5067" b="0" i="0">
                <a:solidFill>
                  <a:schemeClr val="tx1"/>
                </a:solidFill>
                <a:latin typeface="Times" pitchFamily="2" charset="0"/>
              </a:defRPr>
            </a:lvl1pPr>
          </a:lstStyle>
          <a:p>
            <a:pPr marL="16933" marR="0" lvl="0" indent="0" algn="ctr" defTabSz="1219170" eaLnBrk="1" fontAlgn="auto" latinLnBrk="0" hangingPunct="1">
              <a:lnSpc>
                <a:spcPct val="100000"/>
              </a:lnSpc>
              <a:spcBef>
                <a:spcPts val="133"/>
              </a:spcBef>
              <a:spcAft>
                <a:spcPts val="0"/>
              </a:spcAft>
              <a:buClrTx/>
              <a:buSzTx/>
              <a:buFontTx/>
              <a:buNone/>
              <a:tabLst/>
              <a:defRPr/>
            </a:pPr>
            <a:r>
              <a:rPr sz="5067" dirty="0">
                <a:solidFill>
                  <a:srgbClr val="000000"/>
                </a:solidFill>
              </a:rPr>
              <a:t>“Insert quote </a:t>
            </a:r>
            <a:r>
              <a:rPr sz="5067" spc="-13" dirty="0">
                <a:solidFill>
                  <a:srgbClr val="000000"/>
                </a:solidFill>
              </a:rPr>
              <a:t>here</a:t>
            </a:r>
            <a:r>
              <a:rPr lang="en-AU" sz="5067" spc="-13" dirty="0">
                <a:solidFill>
                  <a:srgbClr val="000000"/>
                </a:solidFill>
              </a:rPr>
              <a:t>. </a:t>
            </a:r>
            <a:br>
              <a:rPr lang="en-AU" sz="5067" spc="-13" dirty="0">
                <a:solidFill>
                  <a:srgbClr val="000000"/>
                </a:solidFill>
              </a:rPr>
            </a:br>
            <a:r>
              <a:rPr lang="en-AU" sz="5067" spc="-13" dirty="0" err="1">
                <a:solidFill>
                  <a:srgbClr val="000000"/>
                </a:solidFill>
              </a:rPr>
              <a:t>Unti</a:t>
            </a:r>
            <a:r>
              <a:rPr lang="en-AU" sz="5067" spc="-13" dirty="0">
                <a:solidFill>
                  <a:srgbClr val="000000"/>
                </a:solidFill>
              </a:rPr>
              <a:t> </a:t>
            </a:r>
            <a:r>
              <a:rPr lang="en-AU" sz="5067" spc="-13" dirty="0" err="1">
                <a:solidFill>
                  <a:srgbClr val="000000"/>
                </a:solidFill>
              </a:rPr>
              <a:t>cuptasitae</a:t>
            </a:r>
            <a:r>
              <a:rPr lang="en-AU" sz="5067" spc="-13" dirty="0">
                <a:solidFill>
                  <a:srgbClr val="000000"/>
                </a:solidFill>
              </a:rPr>
              <a:t> </a:t>
            </a:r>
            <a:r>
              <a:rPr lang="en-AU" sz="5067" spc="-13" dirty="0" err="1">
                <a:solidFill>
                  <a:srgbClr val="000000"/>
                </a:solidFill>
              </a:rPr>
              <a:t>velluptatur</a:t>
            </a:r>
            <a:r>
              <a:rPr lang="en-AU" sz="5067" spc="-13" dirty="0">
                <a:solidFill>
                  <a:srgbClr val="000000"/>
                </a:solidFill>
              </a:rPr>
              <a:t> </a:t>
            </a:r>
            <a:r>
              <a:rPr lang="en-AU" sz="5067" spc="-13" dirty="0" err="1">
                <a:solidFill>
                  <a:srgbClr val="000000"/>
                </a:solidFill>
              </a:rPr>
              <a:t>suntem</a:t>
            </a:r>
            <a:r>
              <a:rPr lang="en-AU" sz="5067" spc="-13" dirty="0">
                <a:solidFill>
                  <a:srgbClr val="000000"/>
                </a:solidFill>
              </a:rPr>
              <a:t> as </a:t>
            </a:r>
            <a:r>
              <a:rPr lang="en-AU" sz="5067" spc="-13" dirty="0" err="1">
                <a:solidFill>
                  <a:srgbClr val="000000"/>
                </a:solidFill>
              </a:rPr>
              <a:t>derempo</a:t>
            </a:r>
            <a:r>
              <a:rPr lang="en-AU" sz="5067" spc="-13" dirty="0">
                <a:solidFill>
                  <a:srgbClr val="000000"/>
                </a:solidFill>
              </a:rPr>
              <a:t> </a:t>
            </a:r>
            <a:r>
              <a:rPr lang="en-AU" sz="5067" spc="-13" dirty="0" err="1">
                <a:solidFill>
                  <a:srgbClr val="000000"/>
                </a:solidFill>
              </a:rPr>
              <a:t>rposten</a:t>
            </a:r>
            <a:r>
              <a:rPr lang="en-AU" sz="5067" spc="-13" dirty="0">
                <a:solidFill>
                  <a:srgbClr val="000000"/>
                </a:solidFill>
              </a:rPr>
              <a:t> </a:t>
            </a:r>
            <a:r>
              <a:rPr lang="en-AU" sz="5067" spc="-13" dirty="0" err="1">
                <a:solidFill>
                  <a:srgbClr val="000000"/>
                </a:solidFill>
              </a:rPr>
              <a:t>dignisqui</a:t>
            </a:r>
            <a:r>
              <a:rPr lang="en-AU" sz="5067" spc="-13" dirty="0">
                <a:solidFill>
                  <a:srgbClr val="000000"/>
                </a:solidFill>
              </a:rPr>
              <a:t> </a:t>
            </a:r>
            <a:r>
              <a:rPr lang="en-AU" sz="5067" spc="-13" dirty="0" err="1">
                <a:solidFill>
                  <a:srgbClr val="000000"/>
                </a:solidFill>
              </a:rPr>
              <a:t>omnissum</a:t>
            </a:r>
            <a:r>
              <a:rPr lang="en-AU" sz="5067" spc="-13" dirty="0">
                <a:solidFill>
                  <a:srgbClr val="000000"/>
                </a:solidFill>
              </a:rPr>
              <a:t> </a:t>
            </a:r>
            <a:r>
              <a:rPr lang="en-AU" sz="5067" spc="-13" dirty="0" err="1">
                <a:solidFill>
                  <a:srgbClr val="000000"/>
                </a:solidFill>
              </a:rPr>
              <a:t>eiur</a:t>
            </a:r>
            <a:r>
              <a:rPr lang="en-AU" sz="5067" spc="-13" dirty="0">
                <a:solidFill>
                  <a:srgbClr val="000000"/>
                </a:solidFill>
              </a:rPr>
              <a:t>, </a:t>
            </a:r>
            <a:r>
              <a:rPr lang="en-AU" sz="5067" spc="-13" dirty="0" err="1">
                <a:solidFill>
                  <a:srgbClr val="000000"/>
                </a:solidFill>
              </a:rPr>
              <a:t>earchit</a:t>
            </a:r>
            <a:r>
              <a:rPr lang="en-AU" sz="5067" spc="-13" dirty="0">
                <a:solidFill>
                  <a:srgbClr val="000000"/>
                </a:solidFill>
              </a:rPr>
              <a:t> ab </a:t>
            </a:r>
            <a:r>
              <a:rPr lang="en-AU" sz="5067" spc="-13" dirty="0" err="1">
                <a:solidFill>
                  <a:srgbClr val="000000"/>
                </a:solidFill>
              </a:rPr>
              <a:t>ipidici</a:t>
            </a:r>
            <a:r>
              <a:rPr lang="en-AU" sz="5067" spc="-13" dirty="0">
                <a:solidFill>
                  <a:srgbClr val="000000"/>
                </a:solidFill>
              </a:rPr>
              <a:t> </a:t>
            </a:r>
            <a:r>
              <a:rPr lang="en-AU" sz="5067" spc="-13" dirty="0" err="1">
                <a:solidFill>
                  <a:srgbClr val="000000"/>
                </a:solidFill>
              </a:rPr>
              <a:t>llorum</a:t>
            </a:r>
            <a:r>
              <a:rPr lang="en-AU" sz="5067" spc="-13" dirty="0">
                <a:solidFill>
                  <a:srgbClr val="000000"/>
                </a:solidFill>
              </a:rPr>
              <a:t>, </a:t>
            </a:r>
            <a:r>
              <a:rPr lang="en-AU" sz="5067" spc="-13" dirty="0" err="1">
                <a:solidFill>
                  <a:srgbClr val="000000"/>
                </a:solidFill>
              </a:rPr>
              <a:t>coreriae</a:t>
            </a:r>
            <a:r>
              <a:rPr lang="en-AU" sz="5067" spc="-13" dirty="0">
                <a:solidFill>
                  <a:srgbClr val="000000"/>
                </a:solidFill>
              </a:rPr>
              <a:t> </a:t>
            </a:r>
            <a:r>
              <a:rPr lang="en-AU" sz="5067" spc="-13" dirty="0" err="1">
                <a:solidFill>
                  <a:srgbClr val="000000"/>
                </a:solidFill>
              </a:rPr>
              <a:t>quia</a:t>
            </a:r>
            <a:r>
              <a:rPr lang="en-AU" sz="5067" spc="-13" dirty="0">
                <a:solidFill>
                  <a:srgbClr val="000000"/>
                </a:solidFill>
              </a:rPr>
              <a:t>.”</a:t>
            </a:r>
            <a:endParaRPr sz="5067" dirty="0"/>
          </a:p>
        </p:txBody>
      </p:sp>
    </p:spTree>
    <p:extLst>
      <p:ext uri="{BB962C8B-B14F-4D97-AF65-F5344CB8AC3E}">
        <p14:creationId xmlns:p14="http://schemas.microsoft.com/office/powerpoint/2010/main" val="2888449802"/>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Quote 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097E-185C-39F4-467B-3196A19AD666}"/>
              </a:ext>
            </a:extLst>
          </p:cNvPr>
          <p:cNvSpPr txBox="1">
            <a:spLocks noGrp="1"/>
          </p:cNvSpPr>
          <p:nvPr>
            <p:ph type="title" hasCustomPrompt="1"/>
          </p:nvPr>
        </p:nvSpPr>
        <p:spPr>
          <a:xfrm>
            <a:off x="1117600" y="1092200"/>
            <a:ext cx="9855200" cy="4673600"/>
          </a:xfrm>
          <a:prstGeom prst="rect">
            <a:avLst/>
          </a:prstGeom>
        </p:spPr>
        <p:txBody>
          <a:bodyPr vert="horz" wrap="square" lIns="0" tIns="12700" rIns="0" bIns="0" rtlCol="0" anchor="ctr" anchorCtr="0">
            <a:noAutofit/>
          </a:bodyPr>
          <a:lstStyle>
            <a:lvl1pPr algn="ctr">
              <a:defRPr sz="5067" b="0" i="0">
                <a:solidFill>
                  <a:schemeClr val="accent1"/>
                </a:solidFill>
                <a:latin typeface="Times" pitchFamily="2" charset="0"/>
              </a:defRPr>
            </a:lvl1pPr>
          </a:lstStyle>
          <a:p>
            <a:pPr marL="16933" marR="0" lvl="0" indent="0" algn="ctr" defTabSz="1219170" eaLnBrk="1" fontAlgn="auto" latinLnBrk="0" hangingPunct="1">
              <a:lnSpc>
                <a:spcPct val="100000"/>
              </a:lnSpc>
              <a:spcBef>
                <a:spcPts val="133"/>
              </a:spcBef>
              <a:spcAft>
                <a:spcPts val="0"/>
              </a:spcAft>
              <a:buClrTx/>
              <a:buSzTx/>
              <a:buFontTx/>
              <a:buNone/>
              <a:tabLst/>
              <a:defRPr/>
            </a:pPr>
            <a:r>
              <a:rPr sz="5067" dirty="0">
                <a:solidFill>
                  <a:srgbClr val="000000"/>
                </a:solidFill>
              </a:rPr>
              <a:t>“Insert quote </a:t>
            </a:r>
            <a:r>
              <a:rPr sz="5067" spc="-13" dirty="0">
                <a:solidFill>
                  <a:srgbClr val="000000"/>
                </a:solidFill>
              </a:rPr>
              <a:t>here</a:t>
            </a:r>
            <a:r>
              <a:rPr lang="en-AU" sz="5067" spc="-13" dirty="0">
                <a:solidFill>
                  <a:srgbClr val="000000"/>
                </a:solidFill>
              </a:rPr>
              <a:t>. </a:t>
            </a:r>
            <a:br>
              <a:rPr lang="en-AU" sz="5067" spc="-13" dirty="0">
                <a:solidFill>
                  <a:srgbClr val="000000"/>
                </a:solidFill>
              </a:rPr>
            </a:br>
            <a:r>
              <a:rPr lang="en-AU" sz="5067" spc="-13" dirty="0" err="1">
                <a:solidFill>
                  <a:srgbClr val="000000"/>
                </a:solidFill>
              </a:rPr>
              <a:t>Unti</a:t>
            </a:r>
            <a:r>
              <a:rPr lang="en-AU" sz="5067" spc="-13" dirty="0">
                <a:solidFill>
                  <a:srgbClr val="000000"/>
                </a:solidFill>
              </a:rPr>
              <a:t> </a:t>
            </a:r>
            <a:r>
              <a:rPr lang="en-AU" sz="5067" spc="-13" dirty="0" err="1">
                <a:solidFill>
                  <a:srgbClr val="000000"/>
                </a:solidFill>
              </a:rPr>
              <a:t>cuptasitae</a:t>
            </a:r>
            <a:r>
              <a:rPr lang="en-AU" sz="5067" spc="-13" dirty="0">
                <a:solidFill>
                  <a:srgbClr val="000000"/>
                </a:solidFill>
              </a:rPr>
              <a:t> </a:t>
            </a:r>
            <a:r>
              <a:rPr lang="en-AU" sz="5067" spc="-13" dirty="0" err="1">
                <a:solidFill>
                  <a:srgbClr val="000000"/>
                </a:solidFill>
              </a:rPr>
              <a:t>velluptatur</a:t>
            </a:r>
            <a:r>
              <a:rPr lang="en-AU" sz="5067" spc="-13" dirty="0">
                <a:solidFill>
                  <a:srgbClr val="000000"/>
                </a:solidFill>
              </a:rPr>
              <a:t> </a:t>
            </a:r>
            <a:r>
              <a:rPr lang="en-AU" sz="5067" spc="-13" dirty="0" err="1">
                <a:solidFill>
                  <a:srgbClr val="000000"/>
                </a:solidFill>
              </a:rPr>
              <a:t>suntem</a:t>
            </a:r>
            <a:r>
              <a:rPr lang="en-AU" sz="5067" spc="-13" dirty="0">
                <a:solidFill>
                  <a:srgbClr val="000000"/>
                </a:solidFill>
              </a:rPr>
              <a:t> as </a:t>
            </a:r>
            <a:r>
              <a:rPr lang="en-AU" sz="5067" spc="-13" dirty="0" err="1">
                <a:solidFill>
                  <a:srgbClr val="000000"/>
                </a:solidFill>
              </a:rPr>
              <a:t>derempo</a:t>
            </a:r>
            <a:r>
              <a:rPr lang="en-AU" sz="5067" spc="-13" dirty="0">
                <a:solidFill>
                  <a:srgbClr val="000000"/>
                </a:solidFill>
              </a:rPr>
              <a:t> </a:t>
            </a:r>
            <a:r>
              <a:rPr lang="en-AU" sz="5067" spc="-13" dirty="0" err="1">
                <a:solidFill>
                  <a:srgbClr val="000000"/>
                </a:solidFill>
              </a:rPr>
              <a:t>rposten</a:t>
            </a:r>
            <a:r>
              <a:rPr lang="en-AU" sz="5067" spc="-13" dirty="0">
                <a:solidFill>
                  <a:srgbClr val="000000"/>
                </a:solidFill>
              </a:rPr>
              <a:t> </a:t>
            </a:r>
            <a:r>
              <a:rPr lang="en-AU" sz="5067" spc="-13" dirty="0" err="1">
                <a:solidFill>
                  <a:srgbClr val="000000"/>
                </a:solidFill>
              </a:rPr>
              <a:t>dignisqui</a:t>
            </a:r>
            <a:r>
              <a:rPr lang="en-AU" sz="5067" spc="-13" dirty="0">
                <a:solidFill>
                  <a:srgbClr val="000000"/>
                </a:solidFill>
              </a:rPr>
              <a:t> </a:t>
            </a:r>
            <a:r>
              <a:rPr lang="en-AU" sz="5067" spc="-13" dirty="0" err="1">
                <a:solidFill>
                  <a:srgbClr val="000000"/>
                </a:solidFill>
              </a:rPr>
              <a:t>omnissum</a:t>
            </a:r>
            <a:r>
              <a:rPr lang="en-AU" sz="5067" spc="-13" dirty="0">
                <a:solidFill>
                  <a:srgbClr val="000000"/>
                </a:solidFill>
              </a:rPr>
              <a:t> </a:t>
            </a:r>
            <a:r>
              <a:rPr lang="en-AU" sz="5067" spc="-13" dirty="0" err="1">
                <a:solidFill>
                  <a:srgbClr val="000000"/>
                </a:solidFill>
              </a:rPr>
              <a:t>eiur</a:t>
            </a:r>
            <a:r>
              <a:rPr lang="en-AU" sz="5067" spc="-13" dirty="0">
                <a:solidFill>
                  <a:srgbClr val="000000"/>
                </a:solidFill>
              </a:rPr>
              <a:t>, </a:t>
            </a:r>
            <a:r>
              <a:rPr lang="en-AU" sz="5067" spc="-13" dirty="0" err="1">
                <a:solidFill>
                  <a:srgbClr val="000000"/>
                </a:solidFill>
              </a:rPr>
              <a:t>earchit</a:t>
            </a:r>
            <a:r>
              <a:rPr lang="en-AU" sz="5067" spc="-13" dirty="0">
                <a:solidFill>
                  <a:srgbClr val="000000"/>
                </a:solidFill>
              </a:rPr>
              <a:t> ab </a:t>
            </a:r>
            <a:r>
              <a:rPr lang="en-AU" sz="5067" spc="-13" dirty="0" err="1">
                <a:solidFill>
                  <a:srgbClr val="000000"/>
                </a:solidFill>
              </a:rPr>
              <a:t>ipidici</a:t>
            </a:r>
            <a:r>
              <a:rPr lang="en-AU" sz="5067" spc="-13" dirty="0">
                <a:solidFill>
                  <a:srgbClr val="000000"/>
                </a:solidFill>
              </a:rPr>
              <a:t> </a:t>
            </a:r>
            <a:r>
              <a:rPr lang="en-AU" sz="5067" spc="-13" dirty="0" err="1">
                <a:solidFill>
                  <a:srgbClr val="000000"/>
                </a:solidFill>
              </a:rPr>
              <a:t>llorum</a:t>
            </a:r>
            <a:r>
              <a:rPr lang="en-AU" sz="5067" spc="-13" dirty="0">
                <a:solidFill>
                  <a:srgbClr val="000000"/>
                </a:solidFill>
              </a:rPr>
              <a:t>, </a:t>
            </a:r>
            <a:r>
              <a:rPr lang="en-AU" sz="5067" spc="-13" dirty="0" err="1">
                <a:solidFill>
                  <a:srgbClr val="000000"/>
                </a:solidFill>
              </a:rPr>
              <a:t>coreriae</a:t>
            </a:r>
            <a:r>
              <a:rPr lang="en-AU" sz="5067" spc="-13" dirty="0">
                <a:solidFill>
                  <a:srgbClr val="000000"/>
                </a:solidFill>
              </a:rPr>
              <a:t> </a:t>
            </a:r>
            <a:r>
              <a:rPr lang="en-AU" sz="5067" spc="-13" dirty="0" err="1">
                <a:solidFill>
                  <a:srgbClr val="000000"/>
                </a:solidFill>
              </a:rPr>
              <a:t>quia</a:t>
            </a:r>
            <a:r>
              <a:rPr lang="en-AU" sz="5067" spc="-13" dirty="0">
                <a:solidFill>
                  <a:srgbClr val="000000"/>
                </a:solidFill>
              </a:rPr>
              <a:t>.”</a:t>
            </a:r>
            <a:endParaRPr sz="5067" dirty="0"/>
          </a:p>
        </p:txBody>
      </p:sp>
    </p:spTree>
    <p:extLst>
      <p:ext uri="{BB962C8B-B14F-4D97-AF65-F5344CB8AC3E}">
        <p14:creationId xmlns:p14="http://schemas.microsoft.com/office/powerpoint/2010/main" val="3283535790"/>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Image 1">
    <p:bg>
      <p:bgRef idx="1001">
        <a:schemeClr val="bg1"/>
      </p:bgRef>
    </p:bg>
    <p:spTree>
      <p:nvGrpSpPr>
        <p:cNvPr id="1" name=""/>
        <p:cNvGrpSpPr/>
        <p:nvPr/>
      </p:nvGrpSpPr>
      <p:grpSpPr>
        <a:xfrm>
          <a:off x="0" y="0"/>
          <a:ext cx="0" cy="0"/>
          <a:chOff x="0" y="0"/>
          <a:chExt cx="0" cy="0"/>
        </a:xfrm>
      </p:grpSpPr>
      <p:pic>
        <p:nvPicPr>
          <p:cNvPr id="8" name="object 1">
            <a:extLst>
              <a:ext uri="{FF2B5EF4-FFF2-40B4-BE49-F238E27FC236}">
                <a16:creationId xmlns:a16="http://schemas.microsoft.com/office/drawing/2014/main" id="{69D3DD68-72FE-5430-2CCD-62A73AAF985C}"/>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48183521"/>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4173-B046-E632-8483-B2707C81E7DF}"/>
              </a:ext>
            </a:extLst>
          </p:cNvPr>
          <p:cNvSpPr>
            <a:spLocks noGrp="1"/>
          </p:cNvSpPr>
          <p:nvPr>
            <p:ph type="body" sz="quarter" idx="10"/>
          </p:nvPr>
        </p:nvSpPr>
        <p:spPr>
          <a:xfrm>
            <a:off x="660400" y="4445001"/>
            <a:ext cx="7772400" cy="1339849"/>
          </a:xfrm>
          <a:prstGeom prst="rect">
            <a:avLst/>
          </a:prstGeom>
        </p:spPr>
        <p:txBody>
          <a:bodyPr/>
          <a:lstStyle>
            <a:lvl1pPr marL="0" indent="0">
              <a:buFontTx/>
              <a:buNone/>
              <a:defRPr sz="24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US"/>
              <a:t>Click to edit Master text styles</a:t>
            </a:r>
          </a:p>
        </p:txBody>
      </p:sp>
      <p:pic>
        <p:nvPicPr>
          <p:cNvPr id="7" name="object 4">
            <a:extLst>
              <a:ext uri="{FF2B5EF4-FFF2-40B4-BE49-F238E27FC236}">
                <a16:creationId xmlns:a16="http://schemas.microsoft.com/office/drawing/2014/main" id="{0DE0EA6B-E5AC-3B11-BD85-9AE2F2B2BA1F}"/>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3" y="2"/>
            <a:ext cx="12191997" cy="6857999"/>
          </a:xfrm>
          <a:prstGeom prst="rect">
            <a:avLst/>
          </a:prstGeom>
        </p:spPr>
      </p:pic>
    </p:spTree>
    <p:extLst>
      <p:ext uri="{BB962C8B-B14F-4D97-AF65-F5344CB8AC3E}">
        <p14:creationId xmlns:p14="http://schemas.microsoft.com/office/powerpoint/2010/main" val="2344204077"/>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Image 2">
    <p:bg>
      <p:bgRef idx="1001">
        <a:schemeClr val="bg1"/>
      </p:bgRef>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59FF160-6414-B7D0-2DD1-0585D58A222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787"/>
            <a:ext cx="12188827" cy="6859788"/>
          </a:xfrm>
          <a:prstGeom prst="rect">
            <a:avLst/>
          </a:prstGeom>
        </p:spPr>
      </p:pic>
      <p:sp>
        <p:nvSpPr>
          <p:cNvPr id="6" name="Text Placeholder 1">
            <a:extLst>
              <a:ext uri="{FF2B5EF4-FFF2-40B4-BE49-F238E27FC236}">
                <a16:creationId xmlns:a16="http://schemas.microsoft.com/office/drawing/2014/main" id="{9E3B0390-CE09-F982-4224-39703DE91AD7}"/>
              </a:ext>
              <a:ext uri="{C183D7F6-B498-43B3-948B-1728B52AA6E4}">
                <adec:decorative xmlns:adec="http://schemas.microsoft.com/office/drawing/2017/decorative" val="0"/>
              </a:ext>
            </a:extLst>
          </p:cNvPr>
          <p:cNvSpPr>
            <a:spLocks noGrp="1"/>
          </p:cNvSpPr>
          <p:nvPr>
            <p:ph type="body" sz="quarter" idx="10"/>
          </p:nvPr>
        </p:nvSpPr>
        <p:spPr>
          <a:xfrm>
            <a:off x="660400" y="4445001"/>
            <a:ext cx="7772400" cy="1339849"/>
          </a:xfrm>
          <a:prstGeom prst="rect">
            <a:avLst/>
          </a:prstGeom>
        </p:spPr>
        <p:txBody>
          <a:bodyPr/>
          <a:lstStyle>
            <a:lvl1pPr marL="0" indent="0">
              <a:buFontTx/>
              <a:buNone/>
              <a:defRPr sz="24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6806942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3">
    <p:bg>
      <p:bgRef idx="1001">
        <a:schemeClr val="bg1"/>
      </p:bgRef>
    </p:bg>
    <p:spTree>
      <p:nvGrpSpPr>
        <p:cNvPr id="1" name=""/>
        <p:cNvGrpSpPr/>
        <p:nvPr/>
      </p:nvGrpSpPr>
      <p:grpSpPr>
        <a:xfrm>
          <a:off x="0" y="0"/>
          <a:ext cx="0" cy="0"/>
          <a:chOff x="0" y="0"/>
          <a:chExt cx="0" cy="0"/>
        </a:xfrm>
      </p:grpSpPr>
      <p:pic>
        <p:nvPicPr>
          <p:cNvPr id="5" name="object 1">
            <a:extLst>
              <a:ext uri="{FF2B5EF4-FFF2-40B4-BE49-F238E27FC236}">
                <a16:creationId xmlns:a16="http://schemas.microsoft.com/office/drawing/2014/main" id="{3DE60E2F-8D86-E014-B1B6-8CC60B835BB9}"/>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1999" cy="6858000"/>
          </a:xfrm>
          <a:prstGeom prst="rect">
            <a:avLst/>
          </a:prstGeom>
        </p:spPr>
      </p:pic>
    </p:spTree>
    <p:extLst>
      <p:ext uri="{BB962C8B-B14F-4D97-AF65-F5344CB8AC3E}">
        <p14:creationId xmlns:p14="http://schemas.microsoft.com/office/powerpoint/2010/main" val="341013185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4">
    <p:bg>
      <p:bgRef idx="1001">
        <a:schemeClr val="bg1"/>
      </p:bgRef>
    </p:bg>
    <p:spTree>
      <p:nvGrpSpPr>
        <p:cNvPr id="1" name=""/>
        <p:cNvGrpSpPr/>
        <p:nvPr/>
      </p:nvGrpSpPr>
      <p:grpSpPr>
        <a:xfrm>
          <a:off x="0" y="0"/>
          <a:ext cx="0" cy="0"/>
          <a:chOff x="0" y="0"/>
          <a:chExt cx="0" cy="0"/>
        </a:xfrm>
      </p:grpSpPr>
      <p:pic>
        <p:nvPicPr>
          <p:cNvPr id="6" name="object 2">
            <a:extLst>
              <a:ext uri="{FF2B5EF4-FFF2-40B4-BE49-F238E27FC236}">
                <a16:creationId xmlns:a16="http://schemas.microsoft.com/office/drawing/2014/main" id="{A3A6835A-E678-9758-9D77-104E4690DC8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89799" cy="6858000"/>
          </a:xfrm>
          <a:prstGeom prst="rect">
            <a:avLst/>
          </a:prstGeom>
        </p:spPr>
      </p:pic>
      <p:sp>
        <p:nvSpPr>
          <p:cNvPr id="2" name="Title 1">
            <a:extLst>
              <a:ext uri="{FF2B5EF4-FFF2-40B4-BE49-F238E27FC236}">
                <a16:creationId xmlns:a16="http://schemas.microsoft.com/office/drawing/2014/main" id="{5667EFA4-5A0B-BEF2-9D70-1A347D686B7A}"/>
              </a:ext>
            </a:extLst>
          </p:cNvPr>
          <p:cNvSpPr>
            <a:spLocks noGrp="1"/>
          </p:cNvSpPr>
          <p:nvPr>
            <p:ph type="body" sz="quarter" idx="10"/>
          </p:nvPr>
        </p:nvSpPr>
        <p:spPr>
          <a:xfrm>
            <a:off x="660400" y="4445001"/>
            <a:ext cx="7772400" cy="1339849"/>
          </a:xfrm>
          <a:prstGeom prst="rect">
            <a:avLst/>
          </a:prstGeom>
        </p:spPr>
        <p:txBody>
          <a:bodyPr/>
          <a:lstStyle>
            <a:lvl1pPr marL="0" indent="0">
              <a:buFontTx/>
              <a:buNone/>
              <a:defRPr sz="24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8260553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5">
    <p:bg>
      <p:bgRef idx="1001">
        <a:schemeClr val="bg1"/>
      </p:bgRef>
    </p:bg>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D3558D7F-D425-CB58-246D-476403851039}"/>
              </a:ext>
              <a:ext uri="{C183D7F6-B498-43B3-948B-1728B52AA6E4}">
                <adec:decorative xmlns:adec="http://schemas.microsoft.com/office/drawing/2017/decorative" val="1"/>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6" name="Title 1">
            <a:extLst>
              <a:ext uri="{FF2B5EF4-FFF2-40B4-BE49-F238E27FC236}">
                <a16:creationId xmlns:a16="http://schemas.microsoft.com/office/drawing/2014/main" id="{1DBF24C0-EEA2-4E54-D028-0224BD962CC0}"/>
              </a:ext>
              <a:ext uri="{C183D7F6-B498-43B3-948B-1728B52AA6E4}">
                <adec:decorative xmlns:adec="http://schemas.microsoft.com/office/drawing/2017/decorative" val="0"/>
              </a:ext>
            </a:extLst>
          </p:cNvPr>
          <p:cNvSpPr>
            <a:spLocks noGrp="1"/>
          </p:cNvSpPr>
          <p:nvPr>
            <p:ph type="body" sz="quarter" idx="10"/>
          </p:nvPr>
        </p:nvSpPr>
        <p:spPr>
          <a:xfrm>
            <a:off x="660400" y="4445001"/>
            <a:ext cx="7772400" cy="1339849"/>
          </a:xfrm>
          <a:prstGeom prst="rect">
            <a:avLst/>
          </a:prstGeom>
        </p:spPr>
        <p:txBody>
          <a:bodyPr/>
          <a:lstStyle>
            <a:lvl1pPr marL="0" indent="0">
              <a:buFontTx/>
              <a:buNone/>
              <a:defRPr sz="2400">
                <a:solidFill>
                  <a:schemeClr val="bg1"/>
                </a:solidFill>
                <a:latin typeface="Times" pitchFamily="2" charset="0"/>
              </a:defRPr>
            </a:lvl1pPr>
            <a:lvl2pPr>
              <a:buFontTx/>
              <a:buNone/>
              <a:defRPr>
                <a:solidFill>
                  <a:schemeClr val="bg1"/>
                </a:solidFill>
              </a:defRPr>
            </a:lvl2pPr>
            <a:lvl3pPr>
              <a:buFontTx/>
              <a:buNone/>
              <a:defRPr>
                <a:solidFill>
                  <a:schemeClr val="bg1"/>
                </a:solidFill>
              </a:defRPr>
            </a:lvl3pPr>
            <a:lvl4pPr>
              <a:buFontTx/>
              <a:buNone/>
              <a:defRPr>
                <a:solidFill>
                  <a:schemeClr val="bg1"/>
                </a:solidFill>
              </a:defRPr>
            </a:lvl4pPr>
            <a:lvl5pPr>
              <a:buFontTx/>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49194408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6">
    <p:bg>
      <p:bgRef idx="1001">
        <a:schemeClr val="bg1"/>
      </p:bgRef>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8B85562-1D3A-B537-DAF4-3A657A3D4AE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8503980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12192000" cy="3520863"/>
          </a:xfrm>
          <a:prstGeom prst="rect">
            <a:avLst/>
          </a:prstGeom>
          <a:solidFill>
            <a:schemeClr val="bg1">
              <a:lumMod val="95000"/>
            </a:schemeClr>
          </a:solidFill>
        </p:spPr>
        <p:txBody>
          <a:bodyPr anchor="ctr" anchorCtr="0"/>
          <a:lstStyle>
            <a:lvl1pPr marL="0" indent="0" algn="ctr">
              <a:buNone/>
              <a:defRPr sz="1467"/>
            </a:lvl1pPr>
          </a:lstStyle>
          <a:p>
            <a:r>
              <a:rPr lang="en-US" dirty="0"/>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3520863"/>
            <a:ext cx="12192000" cy="612987"/>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4133850"/>
            <a:ext cx="12192000" cy="2724573"/>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tx2"/>
          </a:solidFill>
        </p:spPr>
        <p:txBody>
          <a:bodyPr wrap="square" lIns="0" tIns="0" rIns="0" bIns="0" rtlCol="0"/>
          <a:lstStyle/>
          <a:p>
            <a:endParaRPr/>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4363257" y="4538331"/>
            <a:ext cx="0" cy="16256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7890933" y="4538331"/>
            <a:ext cx="0" cy="16256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1198235" y="4476001"/>
            <a:ext cx="2594632" cy="2040271"/>
          </a:xfrm>
          <a:prstGeom prst="rect">
            <a:avLst/>
          </a:prstGeom>
        </p:spPr>
        <p:txBody>
          <a:bodyPr lIns="0" tIns="0" rIns="0" bIns="0" numCol="1" spcCol="252000"/>
          <a:lstStyle>
            <a:lvl1pPr marL="0" indent="0">
              <a:buFontTx/>
              <a:buNone/>
              <a:defRPr sz="1333" b="0" i="0">
                <a:solidFill>
                  <a:schemeClr val="bg1"/>
                </a:solidFill>
                <a:latin typeface="Arial"/>
                <a:cs typeface="Arial"/>
              </a:defRPr>
            </a:lvl1pPr>
          </a:lstStyle>
          <a:p>
            <a:r>
              <a:rPr lang="en-AU" dirty="0"/>
              <a:t>Click to add text 10pt</a:t>
            </a:r>
            <a:endParaRPr dirty="0"/>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4821329" y="4476001"/>
            <a:ext cx="2594632" cy="2040271"/>
          </a:xfrm>
          <a:prstGeom prst="rect">
            <a:avLst/>
          </a:prstGeom>
        </p:spPr>
        <p:txBody>
          <a:bodyPr lIns="0" tIns="0" rIns="0" bIns="0" numCol="1" spcCol="252000"/>
          <a:lstStyle>
            <a:lvl1pPr marL="0" indent="0">
              <a:buFontTx/>
              <a:buNone/>
              <a:defRPr sz="1333" b="0" i="0">
                <a:solidFill>
                  <a:schemeClr val="bg1"/>
                </a:solidFill>
                <a:latin typeface="Arial"/>
                <a:cs typeface="Arial"/>
              </a:defRPr>
            </a:lvl1pPr>
          </a:lstStyle>
          <a:p>
            <a:pPr marL="0" marR="0" lvl="0" indent="0" defTabSz="121917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8444424" y="4476001"/>
            <a:ext cx="2594632" cy="2040271"/>
          </a:xfrm>
          <a:prstGeom prst="rect">
            <a:avLst/>
          </a:prstGeom>
        </p:spPr>
        <p:txBody>
          <a:bodyPr lIns="0" tIns="0" rIns="0" bIns="0" numCol="1" spcCol="252000"/>
          <a:lstStyle>
            <a:lvl1pPr marL="0" indent="0">
              <a:buFontTx/>
              <a:buNone/>
              <a:defRPr sz="1333" b="0" i="0">
                <a:solidFill>
                  <a:schemeClr val="bg1"/>
                </a:solidFill>
                <a:latin typeface="Arial"/>
                <a:cs typeface="Arial"/>
              </a:defRPr>
            </a:lvl1pPr>
          </a:lstStyle>
          <a:p>
            <a:pPr marL="0" marR="0" lvl="0" indent="0" defTabSz="121917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Tree>
    <p:extLst>
      <p:ext uri="{BB962C8B-B14F-4D97-AF65-F5344CB8AC3E}">
        <p14:creationId xmlns:p14="http://schemas.microsoft.com/office/powerpoint/2010/main" val="3374079466"/>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Image and text 1">
    <p:bg>
      <p:bgRef idx="1001">
        <a:schemeClr val="bg1"/>
      </p:bgRef>
    </p:bg>
    <p:spTree>
      <p:nvGrpSpPr>
        <p:cNvPr id="1" name=""/>
        <p:cNvGrpSpPr/>
        <p:nvPr/>
      </p:nvGrpSpPr>
      <p:grpSpPr>
        <a:xfrm>
          <a:off x="0" y="0"/>
          <a:ext cx="0" cy="0"/>
          <a:chOff x="0" y="0"/>
          <a:chExt cx="0" cy="0"/>
        </a:xfrm>
      </p:grpSpPr>
      <p:sp>
        <p:nvSpPr>
          <p:cNvPr id="11" name="Picture Placeholder 1">
            <a:extLst>
              <a:ext uri="{FF2B5EF4-FFF2-40B4-BE49-F238E27FC236}">
                <a16:creationId xmlns:a16="http://schemas.microsoft.com/office/drawing/2014/main" id="{A0A86295-3799-4055-1C7A-59CAA363CB15}"/>
              </a:ext>
            </a:extLst>
          </p:cNvPr>
          <p:cNvSpPr>
            <a:spLocks noGrp="1"/>
          </p:cNvSpPr>
          <p:nvPr>
            <p:ph type="pic" sz="quarter" idx="10" hasCustomPrompt="1"/>
          </p:nvPr>
        </p:nvSpPr>
        <p:spPr>
          <a:xfrm>
            <a:off x="0" y="0"/>
            <a:ext cx="12192000" cy="3520863"/>
          </a:xfrm>
          <a:prstGeom prst="rect">
            <a:avLst/>
          </a:prstGeom>
          <a:solidFill>
            <a:schemeClr val="bg1">
              <a:lumMod val="95000"/>
            </a:schemeClr>
          </a:solidFill>
        </p:spPr>
        <p:txBody>
          <a:bodyPr anchor="ctr" anchorCtr="0"/>
          <a:lstStyle>
            <a:lvl1pPr marL="0" indent="0" algn="ctr">
              <a:buNone/>
              <a:defRPr sz="1467"/>
            </a:lvl1pPr>
          </a:lstStyle>
          <a:p>
            <a:r>
              <a:rPr lang="en-US" dirty="0"/>
              <a:t>Click to add image</a:t>
            </a:r>
          </a:p>
        </p:txBody>
      </p:sp>
      <p:sp>
        <p:nvSpPr>
          <p:cNvPr id="4" name="object 2">
            <a:extLst>
              <a:ext uri="{FF2B5EF4-FFF2-40B4-BE49-F238E27FC236}">
                <a16:creationId xmlns:a16="http://schemas.microsoft.com/office/drawing/2014/main" id="{BCED1024-5DA2-8840-7AC2-C7FC158C755F}"/>
              </a:ext>
              <a:ext uri="{C183D7F6-B498-43B3-948B-1728B52AA6E4}">
                <adec:decorative xmlns:adec="http://schemas.microsoft.com/office/drawing/2017/decorative" val="1"/>
              </a:ext>
            </a:extLst>
          </p:cNvPr>
          <p:cNvSpPr/>
          <p:nvPr userDrawn="1"/>
        </p:nvSpPr>
        <p:spPr>
          <a:xfrm>
            <a:off x="0" y="3520863"/>
            <a:ext cx="12192000" cy="612987"/>
          </a:xfrm>
          <a:custGeom>
            <a:avLst/>
            <a:gdLst/>
            <a:ahLst/>
            <a:cxnLst/>
            <a:rect l="l" t="t" r="r" b="b"/>
            <a:pathLst>
              <a:path w="9144000" h="459739">
                <a:moveTo>
                  <a:pt x="9144000" y="0"/>
                </a:moveTo>
                <a:lnTo>
                  <a:pt x="0" y="0"/>
                </a:lnTo>
                <a:lnTo>
                  <a:pt x="0" y="459739"/>
                </a:lnTo>
                <a:lnTo>
                  <a:pt x="9144000" y="459739"/>
                </a:lnTo>
                <a:lnTo>
                  <a:pt x="9144000" y="0"/>
                </a:lnTo>
                <a:close/>
              </a:path>
            </a:pathLst>
          </a:custGeom>
          <a:solidFill>
            <a:srgbClr val="E64626"/>
          </a:solidFill>
          <a:ln>
            <a:solidFill>
              <a:schemeClr val="accent1"/>
            </a:solidFill>
          </a:ln>
        </p:spPr>
        <p:txBody>
          <a:bodyPr wrap="square" lIns="0" tIns="0" rIns="0" bIns="0" rtlCol="0"/>
          <a:lstStyle/>
          <a:p>
            <a:endParaRPr/>
          </a:p>
        </p:txBody>
      </p:sp>
      <p:sp>
        <p:nvSpPr>
          <p:cNvPr id="3" name="object 3">
            <a:extLst>
              <a:ext uri="{FF2B5EF4-FFF2-40B4-BE49-F238E27FC236}">
                <a16:creationId xmlns:a16="http://schemas.microsoft.com/office/drawing/2014/main" id="{E3399B2A-36AB-AE15-E217-C1D472E7E1EC}"/>
              </a:ext>
              <a:ext uri="{C183D7F6-B498-43B3-948B-1728B52AA6E4}">
                <adec:decorative xmlns:adec="http://schemas.microsoft.com/office/drawing/2017/decorative" val="1"/>
              </a:ext>
            </a:extLst>
          </p:cNvPr>
          <p:cNvSpPr/>
          <p:nvPr userDrawn="1"/>
        </p:nvSpPr>
        <p:spPr>
          <a:xfrm>
            <a:off x="0" y="4133850"/>
            <a:ext cx="12192000" cy="2724573"/>
          </a:xfrm>
          <a:custGeom>
            <a:avLst/>
            <a:gdLst/>
            <a:ahLst/>
            <a:cxnLst/>
            <a:rect l="l" t="t" r="r" b="b"/>
            <a:pathLst>
              <a:path w="9144000" h="2043429">
                <a:moveTo>
                  <a:pt x="9144000" y="0"/>
                </a:moveTo>
                <a:lnTo>
                  <a:pt x="0" y="0"/>
                </a:lnTo>
                <a:lnTo>
                  <a:pt x="0" y="2043112"/>
                </a:lnTo>
                <a:lnTo>
                  <a:pt x="9144000" y="2043112"/>
                </a:lnTo>
                <a:lnTo>
                  <a:pt x="9144000" y="0"/>
                </a:lnTo>
                <a:close/>
              </a:path>
            </a:pathLst>
          </a:custGeom>
          <a:solidFill>
            <a:schemeClr val="bg2"/>
          </a:solidFill>
        </p:spPr>
        <p:txBody>
          <a:bodyPr wrap="square" lIns="0" tIns="0" rIns="0" bIns="0" rtlCol="0"/>
          <a:lstStyle/>
          <a:p>
            <a:endParaRPr dirty="0"/>
          </a:p>
        </p:txBody>
      </p:sp>
      <p:sp>
        <p:nvSpPr>
          <p:cNvPr id="6" name="object 4">
            <a:extLst>
              <a:ext uri="{FF2B5EF4-FFF2-40B4-BE49-F238E27FC236}">
                <a16:creationId xmlns:a16="http://schemas.microsoft.com/office/drawing/2014/main" id="{31B0B21C-FA2D-826B-7943-A68F827AB4FB}"/>
              </a:ext>
              <a:ext uri="{C183D7F6-B498-43B3-948B-1728B52AA6E4}">
                <adec:decorative xmlns:adec="http://schemas.microsoft.com/office/drawing/2017/decorative" val="1"/>
              </a:ext>
            </a:extLst>
          </p:cNvPr>
          <p:cNvSpPr/>
          <p:nvPr userDrawn="1"/>
        </p:nvSpPr>
        <p:spPr>
          <a:xfrm>
            <a:off x="4363257" y="4538331"/>
            <a:ext cx="0" cy="16256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7" name="object 5">
            <a:extLst>
              <a:ext uri="{FF2B5EF4-FFF2-40B4-BE49-F238E27FC236}">
                <a16:creationId xmlns:a16="http://schemas.microsoft.com/office/drawing/2014/main" id="{8E3BADCE-997C-7AED-BF38-6CE000F80779}"/>
              </a:ext>
              <a:ext uri="{C183D7F6-B498-43B3-948B-1728B52AA6E4}">
                <adec:decorative xmlns:adec="http://schemas.microsoft.com/office/drawing/2017/decorative" val="1"/>
              </a:ext>
            </a:extLst>
          </p:cNvPr>
          <p:cNvSpPr/>
          <p:nvPr userDrawn="1"/>
        </p:nvSpPr>
        <p:spPr>
          <a:xfrm>
            <a:off x="7890933" y="4538331"/>
            <a:ext cx="0" cy="1625600"/>
          </a:xfrm>
          <a:custGeom>
            <a:avLst/>
            <a:gdLst/>
            <a:ahLst/>
            <a:cxnLst/>
            <a:rect l="l" t="t" r="r" b="b"/>
            <a:pathLst>
              <a:path h="1219200">
                <a:moveTo>
                  <a:pt x="0" y="0"/>
                </a:moveTo>
                <a:lnTo>
                  <a:pt x="0" y="1219199"/>
                </a:lnTo>
              </a:path>
            </a:pathLst>
          </a:custGeom>
          <a:ln w="25400">
            <a:solidFill>
              <a:schemeClr val="accent1"/>
            </a:solidFill>
          </a:ln>
        </p:spPr>
        <p:txBody>
          <a:bodyPr wrap="square" lIns="0" tIns="0" rIns="0" bIns="0" rtlCol="0"/>
          <a:lstStyle/>
          <a:p>
            <a:endParaRPr/>
          </a:p>
        </p:txBody>
      </p:sp>
      <p:sp>
        <p:nvSpPr>
          <p:cNvPr id="12" name="Holder 1">
            <a:extLst>
              <a:ext uri="{FF2B5EF4-FFF2-40B4-BE49-F238E27FC236}">
                <a16:creationId xmlns:a16="http://schemas.microsoft.com/office/drawing/2014/main" id="{A750FE79-0F06-BEC8-114A-CEEB0654F56F}"/>
              </a:ext>
            </a:extLst>
          </p:cNvPr>
          <p:cNvSpPr>
            <a:spLocks noGrp="1"/>
          </p:cNvSpPr>
          <p:nvPr>
            <p:ph type="body" idx="1" hasCustomPrompt="1"/>
          </p:nvPr>
        </p:nvSpPr>
        <p:spPr>
          <a:xfrm>
            <a:off x="1198235" y="4476001"/>
            <a:ext cx="2594632" cy="2040271"/>
          </a:xfrm>
          <a:prstGeom prst="rect">
            <a:avLst/>
          </a:prstGeom>
        </p:spPr>
        <p:txBody>
          <a:bodyPr lIns="0" tIns="0" rIns="0" bIns="0" numCol="1" spcCol="252000"/>
          <a:lstStyle>
            <a:lvl1pPr marL="0" indent="0">
              <a:buFontTx/>
              <a:buNone/>
              <a:defRPr sz="1333" b="0" i="0">
                <a:solidFill>
                  <a:schemeClr val="bg1"/>
                </a:solidFill>
                <a:latin typeface="Arial"/>
                <a:cs typeface="Arial"/>
              </a:defRPr>
            </a:lvl1pPr>
          </a:lstStyle>
          <a:p>
            <a:r>
              <a:rPr lang="en-AU" dirty="0"/>
              <a:t>Click to add text 10pt</a:t>
            </a:r>
            <a:endParaRPr dirty="0"/>
          </a:p>
        </p:txBody>
      </p:sp>
      <p:sp>
        <p:nvSpPr>
          <p:cNvPr id="13" name="Holder 2">
            <a:extLst>
              <a:ext uri="{FF2B5EF4-FFF2-40B4-BE49-F238E27FC236}">
                <a16:creationId xmlns:a16="http://schemas.microsoft.com/office/drawing/2014/main" id="{816E88B2-2440-D778-EE70-7C9542EC020B}"/>
              </a:ext>
            </a:extLst>
          </p:cNvPr>
          <p:cNvSpPr>
            <a:spLocks noGrp="1"/>
          </p:cNvSpPr>
          <p:nvPr>
            <p:ph type="body" idx="11" hasCustomPrompt="1"/>
          </p:nvPr>
        </p:nvSpPr>
        <p:spPr>
          <a:xfrm>
            <a:off x="4821329" y="4476001"/>
            <a:ext cx="2594632" cy="2040271"/>
          </a:xfrm>
          <a:prstGeom prst="rect">
            <a:avLst/>
          </a:prstGeom>
        </p:spPr>
        <p:txBody>
          <a:bodyPr lIns="0" tIns="0" rIns="0" bIns="0" numCol="1" spcCol="252000"/>
          <a:lstStyle>
            <a:lvl1pPr marL="0" indent="0">
              <a:buFontTx/>
              <a:buNone/>
              <a:defRPr sz="1333" b="0" i="0">
                <a:solidFill>
                  <a:schemeClr val="bg1"/>
                </a:solidFill>
                <a:latin typeface="Arial"/>
                <a:cs typeface="Arial"/>
              </a:defRPr>
            </a:lvl1pPr>
          </a:lstStyle>
          <a:p>
            <a:pPr marL="0" marR="0" lvl="0" indent="0" defTabSz="121917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
        <p:nvSpPr>
          <p:cNvPr id="14" name="Holder 3">
            <a:extLst>
              <a:ext uri="{FF2B5EF4-FFF2-40B4-BE49-F238E27FC236}">
                <a16:creationId xmlns:a16="http://schemas.microsoft.com/office/drawing/2014/main" id="{52D6ACAB-5609-38FC-D3ED-9C642272FE3E}"/>
              </a:ext>
            </a:extLst>
          </p:cNvPr>
          <p:cNvSpPr>
            <a:spLocks noGrp="1"/>
          </p:cNvSpPr>
          <p:nvPr>
            <p:ph type="body" idx="12" hasCustomPrompt="1"/>
          </p:nvPr>
        </p:nvSpPr>
        <p:spPr>
          <a:xfrm>
            <a:off x="8444424" y="4476001"/>
            <a:ext cx="2594632" cy="2040271"/>
          </a:xfrm>
          <a:prstGeom prst="rect">
            <a:avLst/>
          </a:prstGeom>
        </p:spPr>
        <p:txBody>
          <a:bodyPr lIns="0" tIns="0" rIns="0" bIns="0" numCol="1" spcCol="252000"/>
          <a:lstStyle>
            <a:lvl1pPr marL="0" indent="0">
              <a:buFontTx/>
              <a:buNone/>
              <a:defRPr sz="1333" b="0" i="0">
                <a:solidFill>
                  <a:schemeClr val="bg1"/>
                </a:solidFill>
                <a:latin typeface="Arial"/>
                <a:cs typeface="Arial"/>
              </a:defRPr>
            </a:lvl1pPr>
          </a:lstStyle>
          <a:p>
            <a:pPr marL="0" marR="0" lvl="0" indent="0" defTabSz="1219170" eaLnBrk="1" fontAlgn="auto" latinLnBrk="0" hangingPunct="1">
              <a:lnSpc>
                <a:spcPct val="100000"/>
              </a:lnSpc>
              <a:spcBef>
                <a:spcPts val="0"/>
              </a:spcBef>
              <a:spcAft>
                <a:spcPts val="0"/>
              </a:spcAft>
              <a:buClr>
                <a:schemeClr val="tx2"/>
              </a:buClr>
              <a:buSzTx/>
              <a:buFontTx/>
              <a:buNone/>
              <a:tabLst/>
              <a:defRPr/>
            </a:pPr>
            <a:r>
              <a:rPr lang="en-AU" dirty="0"/>
              <a:t>Click to add text 10pt</a:t>
            </a:r>
          </a:p>
          <a:p>
            <a:endParaRPr dirty="0"/>
          </a:p>
        </p:txBody>
      </p:sp>
    </p:spTree>
    <p:extLst>
      <p:ext uri="{BB962C8B-B14F-4D97-AF65-F5344CB8AC3E}">
        <p14:creationId xmlns:p14="http://schemas.microsoft.com/office/powerpoint/2010/main" val="2819600939"/>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1"/>
        </a:solidFill>
        <a:effectLst/>
      </p:bgPr>
    </p:bg>
    <p:spTree>
      <p:nvGrpSpPr>
        <p:cNvPr id="1" name=""/>
        <p:cNvGrpSpPr/>
        <p:nvPr/>
      </p:nvGrpSpPr>
      <p:grpSpPr>
        <a:xfrm>
          <a:off x="0" y="0"/>
          <a:ext cx="0" cy="0"/>
          <a:chOff x="0" y="0"/>
          <a:chExt cx="0" cy="0"/>
        </a:xfrm>
      </p:grpSpPr>
      <p:sp>
        <p:nvSpPr>
          <p:cNvPr id="12" name="Text Placeholder 1">
            <a:extLst>
              <a:ext uri="{FF2B5EF4-FFF2-40B4-BE49-F238E27FC236}">
                <a16:creationId xmlns:a16="http://schemas.microsoft.com/office/drawing/2014/main" id="{284C3413-144B-3E34-A5A7-2A85DAA63644}"/>
              </a:ext>
            </a:extLst>
          </p:cNvPr>
          <p:cNvSpPr>
            <a:spLocks noGrp="1"/>
          </p:cNvSpPr>
          <p:nvPr>
            <p:ph type="body" sz="quarter" idx="12" hasCustomPrompt="1"/>
          </p:nvPr>
        </p:nvSpPr>
        <p:spPr>
          <a:xfrm>
            <a:off x="774685" y="2209800"/>
            <a:ext cx="4203700" cy="3149600"/>
          </a:xfrm>
          <a:prstGeom prst="rect">
            <a:avLst/>
          </a:prstGeom>
        </p:spPr>
        <p:txBody>
          <a:bodyPr lIns="0" anchor="b" anchorCtr="0"/>
          <a:lstStyle>
            <a:lvl1pPr marL="16933" marR="948243" indent="0">
              <a:lnSpc>
                <a:spcPct val="100000"/>
              </a:lnSpc>
              <a:spcBef>
                <a:spcPts val="67"/>
              </a:spcBef>
              <a:buNone/>
              <a:defRPr sz="1333">
                <a:solidFill>
                  <a:schemeClr val="tx1"/>
                </a:solidFill>
              </a:defRPr>
            </a:lvl1pPr>
            <a:lvl2pPr>
              <a:buNone/>
              <a:defRPr sz="1333">
                <a:solidFill>
                  <a:schemeClr val="tx1"/>
                </a:solidFill>
              </a:defRPr>
            </a:lvl2pPr>
            <a:lvl3pPr>
              <a:buNone/>
              <a:defRPr sz="1333">
                <a:solidFill>
                  <a:schemeClr val="tx1"/>
                </a:solidFill>
              </a:defRPr>
            </a:lvl3pPr>
            <a:lvl4pPr>
              <a:buNone/>
              <a:defRPr sz="1333">
                <a:solidFill>
                  <a:schemeClr val="tx1"/>
                </a:solidFill>
              </a:defRPr>
            </a:lvl4pPr>
            <a:lvl5pPr>
              <a:buNone/>
              <a:defRPr sz="1333">
                <a:solidFill>
                  <a:schemeClr val="tx1"/>
                </a:solidFill>
              </a:defRPr>
            </a:lvl5pPr>
          </a:lstStyle>
          <a:p>
            <a:pPr marL="12700">
              <a:lnSpc>
                <a:spcPct val="100000"/>
              </a:lnSpc>
              <a:spcBef>
                <a:spcPts val="100"/>
              </a:spcBef>
            </a:pPr>
            <a:r>
              <a:rPr lang="en-AU" sz="1333" b="1" dirty="0">
                <a:latin typeface="Arial"/>
                <a:cs typeface="Arial"/>
              </a:rPr>
              <a:t>Insert team/discipline </a:t>
            </a:r>
            <a:r>
              <a:rPr lang="en-AU" sz="1333" b="1" spc="-27" dirty="0">
                <a:latin typeface="Arial"/>
                <a:cs typeface="Arial"/>
              </a:rPr>
              <a:t>area</a:t>
            </a:r>
            <a:endParaRPr lang="en-AU" sz="1333" dirty="0">
              <a:latin typeface="Arial"/>
              <a:cs typeface="Arial"/>
            </a:endParaRPr>
          </a:p>
          <a:p>
            <a:pPr marL="12700" marR="711200">
              <a:lnSpc>
                <a:spcPct val="100000"/>
              </a:lnSpc>
            </a:pPr>
            <a:r>
              <a:rPr lang="en-AU" sz="1333" dirty="0">
                <a:latin typeface="Arial"/>
                <a:cs typeface="Arial"/>
              </a:rPr>
              <a:t>Name</a:t>
            </a:r>
            <a:r>
              <a:rPr lang="en-AU" sz="1333" spc="-27" dirty="0">
                <a:latin typeface="Arial"/>
                <a:cs typeface="Arial"/>
              </a:rPr>
              <a:t> </a:t>
            </a:r>
            <a:r>
              <a:rPr lang="en-AU" sz="1333" spc="-13" dirty="0">
                <a:latin typeface="Arial"/>
                <a:cs typeface="Arial"/>
              </a:rPr>
              <a:t>Surname Title</a:t>
            </a:r>
            <a:endParaRPr lang="en-AU" sz="1333" dirty="0">
              <a:latin typeface="Arial"/>
              <a:cs typeface="Arial"/>
            </a:endParaRPr>
          </a:p>
          <a:p>
            <a:pPr marL="12700">
              <a:lnSpc>
                <a:spcPct val="100000"/>
              </a:lnSpc>
            </a:pPr>
            <a:r>
              <a:rPr lang="en-AU" sz="1333" dirty="0">
                <a:latin typeface="Arial"/>
                <a:cs typeface="Arial"/>
              </a:rPr>
              <a:t>+61</a:t>
            </a:r>
            <a:r>
              <a:rPr lang="en-AU" sz="1333" spc="-13" dirty="0">
                <a:latin typeface="Arial"/>
                <a:cs typeface="Arial"/>
              </a:rPr>
              <a:t> </a:t>
            </a:r>
            <a:r>
              <a:rPr lang="en-AU" sz="1333" dirty="0">
                <a:latin typeface="Arial"/>
                <a:cs typeface="Arial"/>
              </a:rPr>
              <a:t>2</a:t>
            </a:r>
            <a:r>
              <a:rPr lang="en-AU" sz="1333" spc="-7" dirty="0">
                <a:latin typeface="Arial"/>
                <a:cs typeface="Arial"/>
              </a:rPr>
              <a:t> </a:t>
            </a:r>
            <a:r>
              <a:rPr lang="en-AU" sz="1333" dirty="0">
                <a:latin typeface="Arial"/>
                <a:cs typeface="Arial"/>
              </a:rPr>
              <a:t>1234</a:t>
            </a:r>
            <a:r>
              <a:rPr lang="en-AU" sz="1333" spc="-13" dirty="0">
                <a:latin typeface="Arial"/>
                <a:cs typeface="Arial"/>
              </a:rPr>
              <a:t> </a:t>
            </a:r>
            <a:r>
              <a:rPr lang="en-AU" sz="1333" spc="-27" dirty="0">
                <a:latin typeface="Arial"/>
                <a:cs typeface="Arial"/>
              </a:rPr>
              <a:t>5678</a:t>
            </a:r>
            <a:endParaRPr lang="en-AU" sz="1333" dirty="0">
              <a:latin typeface="Arial"/>
              <a:cs typeface="Arial"/>
            </a:endParaRPr>
          </a:p>
          <a:p>
            <a:pPr marL="12700">
              <a:lnSpc>
                <a:spcPct val="100000"/>
              </a:lnSpc>
            </a:pPr>
            <a:r>
              <a:rPr lang="en-AU" sz="1333" spc="-13" dirty="0">
                <a:latin typeface="Arial"/>
                <a:cs typeface="Arial"/>
                <a:hlinkClick r:id="rId2"/>
              </a:rPr>
              <a:t>first.last@sydney.edu.au</a:t>
            </a:r>
            <a:endParaRPr lang="en-AU" sz="1333" dirty="0">
              <a:latin typeface="Arial"/>
              <a:cs typeface="Arial"/>
            </a:endParaRPr>
          </a:p>
          <a:p>
            <a:pPr>
              <a:lnSpc>
                <a:spcPct val="100000"/>
              </a:lnSpc>
              <a:spcBef>
                <a:spcPts val="50"/>
              </a:spcBef>
            </a:pPr>
            <a:endParaRPr lang="en-AU" sz="1333" dirty="0">
              <a:latin typeface="Arial"/>
              <a:cs typeface="Arial"/>
            </a:endParaRPr>
          </a:p>
          <a:p>
            <a:pPr marL="12700">
              <a:lnSpc>
                <a:spcPct val="100000"/>
              </a:lnSpc>
            </a:pPr>
            <a:r>
              <a:rPr lang="en-AU" sz="1333" b="1" spc="-13" dirty="0" err="1">
                <a:latin typeface="Arial"/>
                <a:cs typeface="Arial"/>
              </a:rPr>
              <a:t>sydney.edu.au</a:t>
            </a:r>
            <a:r>
              <a:rPr lang="en-AU" sz="1333" b="1" spc="-13" dirty="0">
                <a:latin typeface="Arial"/>
                <a:cs typeface="Arial"/>
              </a:rPr>
              <a:t>/</a:t>
            </a:r>
            <a:r>
              <a:rPr lang="en-AU" sz="1333" b="1" spc="-13" dirty="0" err="1">
                <a:latin typeface="Arial"/>
                <a:cs typeface="Arial"/>
              </a:rPr>
              <a:t>xxxx</a:t>
            </a:r>
            <a:endParaRPr lang="en-AU" sz="1333" dirty="0">
              <a:latin typeface="Arial"/>
              <a:cs typeface="Arial"/>
            </a:endParaRPr>
          </a:p>
        </p:txBody>
      </p:sp>
    </p:spTree>
    <p:extLst>
      <p:ext uri="{BB962C8B-B14F-4D97-AF65-F5344CB8AC3E}">
        <p14:creationId xmlns:p14="http://schemas.microsoft.com/office/powerpoint/2010/main" val="237421500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1.xml"/><Relationship Id="rId7" Type="http://schemas.openxmlformats.org/officeDocument/2006/relationships/theme" Target="../theme/theme2.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theme" Target="../theme/theme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70467" y="982131"/>
            <a:ext cx="10651067" cy="369332"/>
          </a:xfrm>
          <a:prstGeom prst="rect">
            <a:avLst/>
          </a:prstGeom>
        </p:spPr>
        <p:txBody>
          <a:bodyPr wrap="square" lIns="0" tIns="0" rIns="0" bIns="0">
            <a:spAutoFit/>
          </a:bodyPr>
          <a:lstStyle>
            <a:lvl1pPr>
              <a:defRPr sz="2400" b="0" i="0">
                <a:solidFill>
                  <a:srgbClr val="E64626"/>
                </a:solidFill>
                <a:latin typeface="Times New Roman"/>
                <a:cs typeface="Times New Roman"/>
              </a:defRPr>
            </a:lvl1pPr>
          </a:lstStyle>
          <a:p>
            <a:r>
              <a:rPr lang="en-AU" dirty="0"/>
              <a:t>Click to add title</a:t>
            </a:r>
            <a:endParaRPr dirty="0"/>
          </a:p>
        </p:txBody>
      </p:sp>
      <p:sp>
        <p:nvSpPr>
          <p:cNvPr id="3" name="Placeholder 2"/>
          <p:cNvSpPr>
            <a:spLocks noGrp="1"/>
          </p:cNvSpPr>
          <p:nvPr>
            <p:ph type="body" idx="1"/>
          </p:nvPr>
        </p:nvSpPr>
        <p:spPr>
          <a:xfrm>
            <a:off x="2523067" y="2404532"/>
            <a:ext cx="8898467" cy="3683001"/>
          </a:xfrm>
          <a:prstGeom prst="rect">
            <a:avLst/>
          </a:prstGeom>
        </p:spPr>
        <p:txBody>
          <a:bodyPr wrap="square" lIns="0" tIns="0" rIns="0" bIns="0">
            <a:noAutofit/>
          </a:bodyPr>
          <a:lstStyle>
            <a:lvl1pPr>
              <a:defRPr sz="1000" b="0" i="0">
                <a:solidFill>
                  <a:srgbClr val="3C3C3B"/>
                </a:solidFill>
                <a:latin typeface="Arial"/>
                <a:cs typeface="Arial"/>
              </a:defRPr>
            </a:lvl1pPr>
          </a:lstStyle>
          <a:p>
            <a:pPr marL="228594" lvl="0" indent="-228594">
              <a:buClr>
                <a:schemeClr val="tx2"/>
              </a:buClr>
              <a:buFont typeface="System Font Regular"/>
              <a:buChar char="-"/>
            </a:pPr>
            <a:r>
              <a:rPr lang="en-US" sz="1333">
                <a:solidFill>
                  <a:schemeClr val="tx2"/>
                </a:solidFill>
                <a:latin typeface="+mn-lt"/>
              </a:rPr>
              <a:t>Click to edit Master text styles</a:t>
            </a:r>
          </a:p>
          <a:p>
            <a:pPr marL="228594" lvl="1" indent="-228594">
              <a:buClr>
                <a:schemeClr val="tx2"/>
              </a:buClr>
              <a:buFont typeface="System Font Regular"/>
              <a:buChar char="-"/>
            </a:pPr>
            <a:r>
              <a:rPr lang="en-US" sz="1333">
                <a:solidFill>
                  <a:schemeClr val="tx2"/>
                </a:solidFill>
                <a:latin typeface="+mn-lt"/>
              </a:rPr>
              <a:t>Second level</a:t>
            </a:r>
          </a:p>
          <a:p>
            <a:pPr marL="228594" lvl="2" indent="-228594">
              <a:buClr>
                <a:schemeClr val="tx2"/>
              </a:buClr>
              <a:buFont typeface="System Font Regular"/>
              <a:buChar char="-"/>
            </a:pPr>
            <a:r>
              <a:rPr lang="en-US" sz="1333">
                <a:solidFill>
                  <a:schemeClr val="tx2"/>
                </a:solidFill>
                <a:latin typeface="+mn-lt"/>
              </a:rPr>
              <a:t>Third level</a:t>
            </a:r>
          </a:p>
          <a:p>
            <a:pPr marL="228594" lvl="3" indent="-228594">
              <a:buClr>
                <a:schemeClr val="tx2"/>
              </a:buClr>
              <a:buFont typeface="System Font Regular"/>
              <a:buChar char="-"/>
            </a:pPr>
            <a:r>
              <a:rPr lang="en-US" sz="1333">
                <a:solidFill>
                  <a:schemeClr val="tx2"/>
                </a:solidFill>
                <a:latin typeface="+mn-lt"/>
              </a:rPr>
              <a:t>Fourth level</a:t>
            </a:r>
          </a:p>
          <a:p>
            <a:pPr marL="228594" lvl="4" indent="-228594">
              <a:buClr>
                <a:schemeClr val="tx2"/>
              </a:buClr>
              <a:buFont typeface="System Font Regular"/>
              <a:buChar char="-"/>
            </a:pPr>
            <a:r>
              <a:rPr lang="en-US" sz="1333">
                <a:solidFill>
                  <a:schemeClr val="tx2"/>
                </a:solidFill>
                <a:latin typeface="+mn-lt"/>
              </a:rPr>
              <a:t>Fifth level</a:t>
            </a:r>
            <a:endParaRPr dirty="0"/>
          </a:p>
        </p:txBody>
      </p:sp>
      <p:sp>
        <p:nvSpPr>
          <p:cNvPr id="12" name="Placeholder 3">
            <a:extLst>
              <a:ext uri="{FF2B5EF4-FFF2-40B4-BE49-F238E27FC236}">
                <a16:creationId xmlns:a16="http://schemas.microsoft.com/office/drawing/2014/main" id="{6C0811DA-1436-1C90-68E8-D6A920491400}"/>
              </a:ext>
            </a:extLst>
          </p:cNvPr>
          <p:cNvSpPr txBox="1"/>
          <p:nvPr/>
        </p:nvSpPr>
        <p:spPr>
          <a:xfrm>
            <a:off x="757767" y="6300857"/>
            <a:ext cx="1257300" cy="139419"/>
          </a:xfrm>
          <a:prstGeom prst="rect">
            <a:avLst/>
          </a:prstGeom>
        </p:spPr>
        <p:txBody>
          <a:bodyPr vert="horz" wrap="square" lIns="0" tIns="5927" rIns="0" bIns="0" rtlCol="0">
            <a:spAutoFit/>
          </a:bodyPr>
          <a:lstStyle/>
          <a:p>
            <a:pPr marL="16933">
              <a:lnSpc>
                <a:spcPct val="100000"/>
              </a:lnSpc>
              <a:spcBef>
                <a:spcPts val="47"/>
              </a:spcBef>
            </a:pPr>
            <a:r>
              <a:rPr sz="867" dirty="0">
                <a:solidFill>
                  <a:srgbClr val="3C3C3B"/>
                </a:solidFill>
                <a:latin typeface="Arial"/>
                <a:cs typeface="Arial"/>
              </a:rPr>
              <a:t>The</a:t>
            </a:r>
            <a:r>
              <a:rPr sz="867" spc="20" dirty="0">
                <a:solidFill>
                  <a:srgbClr val="3C3C3B"/>
                </a:solidFill>
                <a:latin typeface="Arial"/>
                <a:cs typeface="Arial"/>
              </a:rPr>
              <a:t> </a:t>
            </a:r>
            <a:r>
              <a:rPr sz="867" spc="-13" dirty="0">
                <a:solidFill>
                  <a:srgbClr val="3C3C3B"/>
                </a:solidFill>
                <a:latin typeface="Arial"/>
                <a:cs typeface="Arial"/>
              </a:rPr>
              <a:t>University</a:t>
            </a:r>
            <a:r>
              <a:rPr sz="867" spc="13" dirty="0">
                <a:solidFill>
                  <a:srgbClr val="3C3C3B"/>
                </a:solidFill>
                <a:latin typeface="Arial"/>
                <a:cs typeface="Arial"/>
              </a:rPr>
              <a:t> </a:t>
            </a:r>
            <a:r>
              <a:rPr sz="867" dirty="0">
                <a:solidFill>
                  <a:srgbClr val="3C3C3B"/>
                </a:solidFill>
                <a:latin typeface="Arial"/>
                <a:cs typeface="Arial"/>
              </a:rPr>
              <a:t>of</a:t>
            </a:r>
            <a:r>
              <a:rPr sz="867" spc="20" dirty="0">
                <a:solidFill>
                  <a:srgbClr val="3C3C3B"/>
                </a:solidFill>
                <a:latin typeface="Arial"/>
                <a:cs typeface="Arial"/>
              </a:rPr>
              <a:t> </a:t>
            </a:r>
            <a:r>
              <a:rPr sz="867" spc="-13" dirty="0">
                <a:solidFill>
                  <a:srgbClr val="3C3C3B"/>
                </a:solidFill>
                <a:latin typeface="Arial"/>
                <a:cs typeface="Arial"/>
              </a:rPr>
              <a:t>Sydney</a:t>
            </a:r>
            <a:endParaRPr sz="867" dirty="0">
              <a:latin typeface="Arial"/>
              <a:cs typeface="Arial"/>
            </a:endParaRPr>
          </a:p>
        </p:txBody>
      </p:sp>
      <p:sp>
        <p:nvSpPr>
          <p:cNvPr id="8" name="object 4">
            <a:extLst>
              <a:ext uri="{FF2B5EF4-FFF2-40B4-BE49-F238E27FC236}">
                <a16:creationId xmlns:a16="http://schemas.microsoft.com/office/drawing/2014/main" id="{5A642DA0-8A3F-F1D1-A500-3E3B635F525E}"/>
              </a:ext>
            </a:extLst>
          </p:cNvPr>
          <p:cNvSpPr/>
          <p:nvPr/>
        </p:nvSpPr>
        <p:spPr>
          <a:xfrm>
            <a:off x="762000" y="768349"/>
            <a:ext cx="1219200" cy="0"/>
          </a:xfrm>
          <a:custGeom>
            <a:avLst/>
            <a:gdLst/>
            <a:ahLst/>
            <a:cxnLst/>
            <a:rect l="l" t="t" r="r" b="b"/>
            <a:pathLst>
              <a:path w="914400">
                <a:moveTo>
                  <a:pt x="914400" y="0"/>
                </a:moveTo>
                <a:lnTo>
                  <a:pt x="0" y="0"/>
                </a:lnTo>
              </a:path>
            </a:pathLst>
          </a:custGeom>
          <a:ln w="9525">
            <a:solidFill>
              <a:schemeClr val="accent1"/>
            </a:solidFill>
          </a:ln>
        </p:spPr>
        <p:txBody>
          <a:bodyPr wrap="square" lIns="0" tIns="0" rIns="0" bIns="0" rtlCol="0"/>
          <a:lstStyle/>
          <a:p>
            <a:endParaRPr sz="2400"/>
          </a:p>
        </p:txBody>
      </p:sp>
    </p:spTree>
    <p:extLst>
      <p:ext uri="{BB962C8B-B14F-4D97-AF65-F5344CB8AC3E}">
        <p14:creationId xmlns:p14="http://schemas.microsoft.com/office/powerpoint/2010/main" val="4293535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eaLnBrk="1" hangingPunct="1">
        <a:defRPr>
          <a:solidFill>
            <a:schemeClr val="accent1"/>
          </a:solidFill>
          <a:latin typeface="Times" pitchFamily="2" charset="0"/>
          <a:ea typeface="+mj-ea"/>
          <a:cs typeface="+mj-cs"/>
        </a:defRPr>
      </a:lvl1pPr>
    </p:titleStyle>
    <p:bodyStyle>
      <a:lvl1pPr marL="228594" indent="-228594" eaLnBrk="1" hangingPunct="1">
        <a:buClr>
          <a:schemeClr val="tx2"/>
        </a:buClr>
        <a:buFont typeface="Arial" panose="020B0604020202020204" pitchFamily="34" charset="0"/>
        <a:buChar char="•"/>
        <a:defRPr>
          <a:solidFill>
            <a:schemeClr val="tx2"/>
          </a:solidFill>
          <a:latin typeface="+mn-lt"/>
          <a:ea typeface="+mn-ea"/>
          <a:cs typeface="+mn-cs"/>
        </a:defRPr>
      </a:lvl1pPr>
      <a:lvl2pPr marL="609585" eaLnBrk="1" hangingPunct="1">
        <a:buFont typeface="Arial" panose="020B0604020202020204" pitchFamily="34" charset="0"/>
        <a:buChar char="•"/>
        <a:defRPr>
          <a:solidFill>
            <a:schemeClr val="tx2"/>
          </a:solidFill>
          <a:latin typeface="+mn-lt"/>
          <a:ea typeface="+mn-ea"/>
          <a:cs typeface="+mn-cs"/>
        </a:defRPr>
      </a:lvl2pPr>
      <a:lvl3pPr marL="1219170" eaLnBrk="1" hangingPunct="1">
        <a:buFont typeface="Arial" panose="020B0604020202020204" pitchFamily="34" charset="0"/>
        <a:buChar char="•"/>
        <a:defRPr>
          <a:solidFill>
            <a:schemeClr val="tx2"/>
          </a:solidFill>
          <a:latin typeface="+mn-lt"/>
          <a:ea typeface="+mn-ea"/>
          <a:cs typeface="+mn-cs"/>
        </a:defRPr>
      </a:lvl3pPr>
      <a:lvl4pPr marL="1828754" eaLnBrk="1" hangingPunct="1">
        <a:buFont typeface="Arial" panose="020B0604020202020204" pitchFamily="34" charset="0"/>
        <a:buChar char="•"/>
        <a:defRPr>
          <a:solidFill>
            <a:schemeClr val="tx2"/>
          </a:solidFill>
          <a:latin typeface="+mn-lt"/>
          <a:ea typeface="+mn-ea"/>
          <a:cs typeface="+mn-cs"/>
        </a:defRPr>
      </a:lvl4pPr>
      <a:lvl5pPr marL="2438339" eaLnBrk="1" hangingPunct="1">
        <a:buFont typeface="Arial" panose="020B0604020202020204" pitchFamily="34" charset="0"/>
        <a:buChar char="•"/>
        <a:defRPr>
          <a:solidFill>
            <a:schemeClr val="tx2"/>
          </a:solidFill>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bodyStyle>
    <p:otherStyle>
      <a:lvl1pPr marL="0" eaLnBrk="1" hangingPunct="1">
        <a:defRPr>
          <a:latin typeface="+mn-lt"/>
          <a:ea typeface="+mn-ea"/>
          <a:cs typeface="+mn-cs"/>
        </a:defRPr>
      </a:lvl1pPr>
      <a:lvl2pPr marL="609585" eaLnBrk="1" hangingPunct="1">
        <a:defRPr>
          <a:latin typeface="+mn-lt"/>
          <a:ea typeface="+mn-ea"/>
          <a:cs typeface="+mn-cs"/>
        </a:defRPr>
      </a:lvl2pPr>
      <a:lvl3pPr marL="1219170" eaLnBrk="1" hangingPunct="1">
        <a:defRPr>
          <a:latin typeface="+mn-lt"/>
          <a:ea typeface="+mn-ea"/>
          <a:cs typeface="+mn-cs"/>
        </a:defRPr>
      </a:lvl3pPr>
      <a:lvl4pPr marL="1828754" eaLnBrk="1" hangingPunct="1">
        <a:defRPr>
          <a:latin typeface="+mn-lt"/>
          <a:ea typeface="+mn-ea"/>
          <a:cs typeface="+mn-cs"/>
        </a:defRPr>
      </a:lvl4pPr>
      <a:lvl5pPr marL="2438339" eaLnBrk="1" hangingPunct="1">
        <a:defRPr>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otherStyle>
  </p:txStyles>
  <p:extLst>
    <p:ext uri="{27BBF7A9-308A-43DC-89C8-2F10F3537804}">
      <p15:sldGuideLst xmlns:p15="http://schemas.microsoft.com/office/powerpoint/2012/main">
        <p15:guide id="4" orient="horz" pos="362">
          <p15:clr>
            <a:srgbClr val="A4A3A4"/>
          </p15:clr>
        </p15:guide>
        <p15:guide id="6" orient="horz" pos="1131">
          <p15:clr>
            <a:srgbClr val="A4A3A4"/>
          </p15:clr>
        </p15:guide>
        <p15:guide id="8" orient="horz" pos="2876">
          <p15:clr>
            <a:srgbClr val="A4A3A4"/>
          </p15:clr>
        </p15:guide>
        <p15:guide id="9" pos="360">
          <p15:clr>
            <a:srgbClr val="A4A3A4"/>
          </p15:clr>
        </p15:guide>
        <p15:guide id="10" pos="5396">
          <p15:clr>
            <a:srgbClr val="A4A3A4"/>
          </p15:clr>
        </p15:guide>
        <p15:guide id="11" pos="118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2842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Lst>
  <p:txStyles>
    <p:titleStyle>
      <a:lvl1pPr eaLnBrk="1" hangingPunct="1">
        <a:defRPr>
          <a:solidFill>
            <a:schemeClr val="accent1"/>
          </a:solidFill>
          <a:latin typeface="+mj-lt"/>
          <a:ea typeface="+mj-ea"/>
          <a:cs typeface="+mj-cs"/>
        </a:defRPr>
      </a:lvl1pPr>
    </p:titleStyle>
    <p:bodyStyle>
      <a:lvl1pPr marL="228594" indent="-228594" eaLnBrk="1" hangingPunct="1">
        <a:buClr>
          <a:schemeClr val="tx2"/>
        </a:buClr>
        <a:buFont typeface="Arial" panose="020B0604020202020204" pitchFamily="34" charset="0"/>
        <a:buChar char="•"/>
        <a:defRPr>
          <a:solidFill>
            <a:schemeClr val="tx2"/>
          </a:solidFill>
          <a:latin typeface="+mn-lt"/>
          <a:ea typeface="+mn-ea"/>
          <a:cs typeface="+mn-cs"/>
        </a:defRPr>
      </a:lvl1pPr>
      <a:lvl2pPr marL="609585" eaLnBrk="1" hangingPunct="1">
        <a:buFont typeface="Arial" panose="020B0604020202020204" pitchFamily="34" charset="0"/>
        <a:buChar char="•"/>
        <a:defRPr>
          <a:solidFill>
            <a:schemeClr val="tx2"/>
          </a:solidFill>
          <a:latin typeface="+mn-lt"/>
          <a:ea typeface="+mn-ea"/>
          <a:cs typeface="+mn-cs"/>
        </a:defRPr>
      </a:lvl2pPr>
      <a:lvl3pPr marL="1219170" eaLnBrk="1" hangingPunct="1">
        <a:buFont typeface="Arial" panose="020B0604020202020204" pitchFamily="34" charset="0"/>
        <a:buChar char="•"/>
        <a:defRPr>
          <a:solidFill>
            <a:schemeClr val="tx2"/>
          </a:solidFill>
          <a:latin typeface="+mn-lt"/>
          <a:ea typeface="+mn-ea"/>
          <a:cs typeface="+mn-cs"/>
        </a:defRPr>
      </a:lvl3pPr>
      <a:lvl4pPr marL="1828754" eaLnBrk="1" hangingPunct="1">
        <a:buFont typeface="Arial" panose="020B0604020202020204" pitchFamily="34" charset="0"/>
        <a:buChar char="•"/>
        <a:defRPr>
          <a:solidFill>
            <a:schemeClr val="tx2"/>
          </a:solidFill>
          <a:latin typeface="+mn-lt"/>
          <a:ea typeface="+mn-ea"/>
          <a:cs typeface="+mn-cs"/>
        </a:defRPr>
      </a:lvl4pPr>
      <a:lvl5pPr marL="2438339" eaLnBrk="1" hangingPunct="1">
        <a:buFont typeface="Arial" panose="020B0604020202020204" pitchFamily="34" charset="0"/>
        <a:buChar char="•"/>
        <a:defRPr>
          <a:solidFill>
            <a:schemeClr val="tx2"/>
          </a:solidFill>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bodyStyle>
    <p:otherStyle>
      <a:lvl1pPr marL="0" eaLnBrk="1" hangingPunct="1">
        <a:defRPr>
          <a:latin typeface="+mn-lt"/>
          <a:ea typeface="+mn-ea"/>
          <a:cs typeface="+mn-cs"/>
        </a:defRPr>
      </a:lvl1pPr>
      <a:lvl2pPr marL="609585" eaLnBrk="1" hangingPunct="1">
        <a:defRPr>
          <a:latin typeface="+mn-lt"/>
          <a:ea typeface="+mn-ea"/>
          <a:cs typeface="+mn-cs"/>
        </a:defRPr>
      </a:lvl2pPr>
      <a:lvl3pPr marL="1219170" eaLnBrk="1" hangingPunct="1">
        <a:defRPr>
          <a:latin typeface="+mn-lt"/>
          <a:ea typeface="+mn-ea"/>
          <a:cs typeface="+mn-cs"/>
        </a:defRPr>
      </a:lvl3pPr>
      <a:lvl4pPr marL="1828754" eaLnBrk="1" hangingPunct="1">
        <a:defRPr>
          <a:latin typeface="+mn-lt"/>
          <a:ea typeface="+mn-ea"/>
          <a:cs typeface="+mn-cs"/>
        </a:defRPr>
      </a:lvl4pPr>
      <a:lvl5pPr marL="2438339" eaLnBrk="1" hangingPunct="1">
        <a:defRPr>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otherStyle>
  </p:txStyles>
  <p:extLst>
    <p:ext uri="{27BBF7A9-308A-43DC-89C8-2F10F3537804}">
      <p15:sldGuideLst xmlns:p15="http://schemas.microsoft.com/office/powerpoint/2012/main">
        <p15:guide id="4" orient="horz" pos="362">
          <p15:clr>
            <a:srgbClr val="A4A3A4"/>
          </p15:clr>
        </p15:guide>
        <p15:guide id="6" orient="horz" pos="1131">
          <p15:clr>
            <a:srgbClr val="A4A3A4"/>
          </p15:clr>
        </p15:guide>
        <p15:guide id="8" orient="horz" pos="2876">
          <p15:clr>
            <a:srgbClr val="A4A3A4"/>
          </p15:clr>
        </p15:guide>
        <p15:guide id="9" pos="360">
          <p15:clr>
            <a:srgbClr val="A4A3A4"/>
          </p15:clr>
        </p15:guide>
        <p15:guide id="10" pos="5396">
          <p15:clr>
            <a:srgbClr val="A4A3A4"/>
          </p15:clr>
        </p15:guide>
        <p15:guide id="11" pos="118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64382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Lst>
  <p:txStyles>
    <p:titleStyle>
      <a:lvl1pPr eaLnBrk="1" hangingPunct="1">
        <a:defRPr>
          <a:solidFill>
            <a:schemeClr val="accent1"/>
          </a:solidFill>
          <a:latin typeface="+mj-lt"/>
          <a:ea typeface="+mj-ea"/>
          <a:cs typeface="+mj-cs"/>
        </a:defRPr>
      </a:lvl1pPr>
    </p:titleStyle>
    <p:bodyStyle>
      <a:lvl1pPr marL="228594" indent="-228594" eaLnBrk="1" hangingPunct="1">
        <a:buClr>
          <a:schemeClr val="tx2"/>
        </a:buClr>
        <a:buFont typeface="Arial" panose="020B0604020202020204" pitchFamily="34" charset="0"/>
        <a:buChar char="•"/>
        <a:defRPr>
          <a:solidFill>
            <a:schemeClr val="tx2"/>
          </a:solidFill>
          <a:latin typeface="+mn-lt"/>
          <a:ea typeface="+mn-ea"/>
          <a:cs typeface="+mn-cs"/>
        </a:defRPr>
      </a:lvl1pPr>
      <a:lvl2pPr marL="609585" eaLnBrk="1" hangingPunct="1">
        <a:buFont typeface="Arial" panose="020B0604020202020204" pitchFamily="34" charset="0"/>
        <a:buChar char="•"/>
        <a:defRPr>
          <a:solidFill>
            <a:schemeClr val="tx2"/>
          </a:solidFill>
          <a:latin typeface="+mn-lt"/>
          <a:ea typeface="+mn-ea"/>
          <a:cs typeface="+mn-cs"/>
        </a:defRPr>
      </a:lvl2pPr>
      <a:lvl3pPr marL="1219170" eaLnBrk="1" hangingPunct="1">
        <a:buFont typeface="Arial" panose="020B0604020202020204" pitchFamily="34" charset="0"/>
        <a:buChar char="•"/>
        <a:defRPr>
          <a:solidFill>
            <a:schemeClr val="tx2"/>
          </a:solidFill>
          <a:latin typeface="+mn-lt"/>
          <a:ea typeface="+mn-ea"/>
          <a:cs typeface="+mn-cs"/>
        </a:defRPr>
      </a:lvl3pPr>
      <a:lvl4pPr marL="1828754" eaLnBrk="1" hangingPunct="1">
        <a:buFont typeface="Arial" panose="020B0604020202020204" pitchFamily="34" charset="0"/>
        <a:buChar char="•"/>
        <a:defRPr>
          <a:solidFill>
            <a:schemeClr val="tx2"/>
          </a:solidFill>
          <a:latin typeface="+mn-lt"/>
          <a:ea typeface="+mn-ea"/>
          <a:cs typeface="+mn-cs"/>
        </a:defRPr>
      </a:lvl4pPr>
      <a:lvl5pPr marL="2438339" eaLnBrk="1" hangingPunct="1">
        <a:buFont typeface="Arial" panose="020B0604020202020204" pitchFamily="34" charset="0"/>
        <a:buChar char="•"/>
        <a:defRPr>
          <a:solidFill>
            <a:schemeClr val="tx2"/>
          </a:solidFill>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bodyStyle>
    <p:otherStyle>
      <a:lvl1pPr marL="0" eaLnBrk="1" hangingPunct="1">
        <a:defRPr>
          <a:latin typeface="+mn-lt"/>
          <a:ea typeface="+mn-ea"/>
          <a:cs typeface="+mn-cs"/>
        </a:defRPr>
      </a:lvl1pPr>
      <a:lvl2pPr marL="609585" eaLnBrk="1" hangingPunct="1">
        <a:defRPr>
          <a:latin typeface="+mn-lt"/>
          <a:ea typeface="+mn-ea"/>
          <a:cs typeface="+mn-cs"/>
        </a:defRPr>
      </a:lvl2pPr>
      <a:lvl3pPr marL="1219170" eaLnBrk="1" hangingPunct="1">
        <a:defRPr>
          <a:latin typeface="+mn-lt"/>
          <a:ea typeface="+mn-ea"/>
          <a:cs typeface="+mn-cs"/>
        </a:defRPr>
      </a:lvl3pPr>
      <a:lvl4pPr marL="1828754" eaLnBrk="1" hangingPunct="1">
        <a:defRPr>
          <a:latin typeface="+mn-lt"/>
          <a:ea typeface="+mn-ea"/>
          <a:cs typeface="+mn-cs"/>
        </a:defRPr>
      </a:lvl4pPr>
      <a:lvl5pPr marL="2438339" eaLnBrk="1" hangingPunct="1">
        <a:defRPr>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otherStyle>
  </p:txStyles>
  <p:extLst>
    <p:ext uri="{27BBF7A9-308A-43DC-89C8-2F10F3537804}">
      <p15:sldGuideLst xmlns:p15="http://schemas.microsoft.com/office/powerpoint/2012/main">
        <p15:guide id="4" orient="horz" pos="362">
          <p15:clr>
            <a:srgbClr val="A4A3A4"/>
          </p15:clr>
        </p15:guide>
        <p15:guide id="6" orient="horz" pos="1131">
          <p15:clr>
            <a:srgbClr val="A4A3A4"/>
          </p15:clr>
        </p15:guide>
        <p15:guide id="8" orient="horz" pos="2876">
          <p15:clr>
            <a:srgbClr val="A4A3A4"/>
          </p15:clr>
        </p15:guide>
        <p15:guide id="9" pos="360">
          <p15:clr>
            <a:srgbClr val="A4A3A4"/>
          </p15:clr>
        </p15:guide>
        <p15:guide id="10" pos="5396">
          <p15:clr>
            <a:srgbClr val="A4A3A4"/>
          </p15:clr>
        </p15:guide>
        <p15:guide id="11" pos="118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63727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Lst>
  <p:txStyles>
    <p:titleStyle>
      <a:lvl1pPr eaLnBrk="1" hangingPunct="1">
        <a:defRPr>
          <a:solidFill>
            <a:schemeClr val="accent1"/>
          </a:solidFill>
          <a:latin typeface="+mj-lt"/>
          <a:ea typeface="+mj-ea"/>
          <a:cs typeface="+mj-cs"/>
        </a:defRPr>
      </a:lvl1pPr>
    </p:titleStyle>
    <p:bodyStyle>
      <a:lvl1pPr marL="228594" indent="-228594" eaLnBrk="1" hangingPunct="1">
        <a:buClr>
          <a:schemeClr val="tx2"/>
        </a:buClr>
        <a:buFont typeface="Arial" panose="020B0604020202020204" pitchFamily="34" charset="0"/>
        <a:buChar char="•"/>
        <a:defRPr>
          <a:solidFill>
            <a:schemeClr val="tx2"/>
          </a:solidFill>
          <a:latin typeface="+mn-lt"/>
          <a:ea typeface="+mn-ea"/>
          <a:cs typeface="+mn-cs"/>
        </a:defRPr>
      </a:lvl1pPr>
      <a:lvl2pPr marL="609585" eaLnBrk="1" hangingPunct="1">
        <a:buFont typeface="Arial" panose="020B0604020202020204" pitchFamily="34" charset="0"/>
        <a:buChar char="•"/>
        <a:defRPr>
          <a:solidFill>
            <a:schemeClr val="tx2"/>
          </a:solidFill>
          <a:latin typeface="+mn-lt"/>
          <a:ea typeface="+mn-ea"/>
          <a:cs typeface="+mn-cs"/>
        </a:defRPr>
      </a:lvl2pPr>
      <a:lvl3pPr marL="1219170" eaLnBrk="1" hangingPunct="1">
        <a:buFont typeface="Arial" panose="020B0604020202020204" pitchFamily="34" charset="0"/>
        <a:buChar char="•"/>
        <a:defRPr>
          <a:solidFill>
            <a:schemeClr val="tx2"/>
          </a:solidFill>
          <a:latin typeface="+mn-lt"/>
          <a:ea typeface="+mn-ea"/>
          <a:cs typeface="+mn-cs"/>
        </a:defRPr>
      </a:lvl3pPr>
      <a:lvl4pPr marL="1828754" eaLnBrk="1" hangingPunct="1">
        <a:buFont typeface="Arial" panose="020B0604020202020204" pitchFamily="34" charset="0"/>
        <a:buChar char="•"/>
        <a:defRPr>
          <a:solidFill>
            <a:schemeClr val="tx2"/>
          </a:solidFill>
          <a:latin typeface="+mn-lt"/>
          <a:ea typeface="+mn-ea"/>
          <a:cs typeface="+mn-cs"/>
        </a:defRPr>
      </a:lvl4pPr>
      <a:lvl5pPr marL="2438339" eaLnBrk="1" hangingPunct="1">
        <a:buFont typeface="Arial" panose="020B0604020202020204" pitchFamily="34" charset="0"/>
        <a:buChar char="•"/>
        <a:defRPr>
          <a:solidFill>
            <a:schemeClr val="tx2"/>
          </a:solidFill>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bodyStyle>
    <p:otherStyle>
      <a:lvl1pPr marL="0" eaLnBrk="1" hangingPunct="1">
        <a:defRPr>
          <a:latin typeface="+mn-lt"/>
          <a:ea typeface="+mn-ea"/>
          <a:cs typeface="+mn-cs"/>
        </a:defRPr>
      </a:lvl1pPr>
      <a:lvl2pPr marL="609585" eaLnBrk="1" hangingPunct="1">
        <a:defRPr>
          <a:latin typeface="+mn-lt"/>
          <a:ea typeface="+mn-ea"/>
          <a:cs typeface="+mn-cs"/>
        </a:defRPr>
      </a:lvl2pPr>
      <a:lvl3pPr marL="1219170" eaLnBrk="1" hangingPunct="1">
        <a:defRPr>
          <a:latin typeface="+mn-lt"/>
          <a:ea typeface="+mn-ea"/>
          <a:cs typeface="+mn-cs"/>
        </a:defRPr>
      </a:lvl3pPr>
      <a:lvl4pPr marL="1828754" eaLnBrk="1" hangingPunct="1">
        <a:defRPr>
          <a:latin typeface="+mn-lt"/>
          <a:ea typeface="+mn-ea"/>
          <a:cs typeface="+mn-cs"/>
        </a:defRPr>
      </a:lvl4pPr>
      <a:lvl5pPr marL="2438339" eaLnBrk="1" hangingPunct="1">
        <a:defRPr>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otherStyle>
  </p:txStyles>
  <p:extLst>
    <p:ext uri="{27BBF7A9-308A-43DC-89C8-2F10F3537804}">
      <p15:sldGuideLst xmlns:p15="http://schemas.microsoft.com/office/powerpoint/2012/main">
        <p15:guide id="4" orient="horz" pos="362">
          <p15:clr>
            <a:srgbClr val="A4A3A4"/>
          </p15:clr>
        </p15:guide>
        <p15:guide id="6" orient="horz" pos="1131">
          <p15:clr>
            <a:srgbClr val="A4A3A4"/>
          </p15:clr>
        </p15:guide>
        <p15:guide id="8" orient="horz" pos="2876">
          <p15:clr>
            <a:srgbClr val="A4A3A4"/>
          </p15:clr>
        </p15:guide>
        <p15:guide id="9" pos="360">
          <p15:clr>
            <a:srgbClr val="A4A3A4"/>
          </p15:clr>
        </p15:guide>
        <p15:guide id="10" pos="5396">
          <p15:clr>
            <a:srgbClr val="A4A3A4"/>
          </p15:clr>
        </p15:guide>
        <p15:guide id="11" pos="1185">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17404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Lst>
  <p:txStyles>
    <p:titleStyle>
      <a:lvl1pPr eaLnBrk="1" hangingPunct="1">
        <a:defRPr>
          <a:solidFill>
            <a:schemeClr val="accent1"/>
          </a:solidFill>
          <a:latin typeface="+mj-lt"/>
          <a:ea typeface="+mj-ea"/>
          <a:cs typeface="+mj-cs"/>
        </a:defRPr>
      </a:lvl1pPr>
    </p:titleStyle>
    <p:bodyStyle>
      <a:lvl1pPr marL="228594" indent="-228594" eaLnBrk="1" hangingPunct="1">
        <a:buClr>
          <a:schemeClr val="tx2"/>
        </a:buClr>
        <a:buFont typeface="Arial" panose="020B0604020202020204" pitchFamily="34" charset="0"/>
        <a:buChar char="•"/>
        <a:defRPr>
          <a:solidFill>
            <a:schemeClr val="tx2"/>
          </a:solidFill>
          <a:latin typeface="+mn-lt"/>
          <a:ea typeface="+mn-ea"/>
          <a:cs typeface="+mn-cs"/>
        </a:defRPr>
      </a:lvl1pPr>
      <a:lvl2pPr marL="609585" eaLnBrk="1" hangingPunct="1">
        <a:buFont typeface="Arial" panose="020B0604020202020204" pitchFamily="34" charset="0"/>
        <a:buChar char="•"/>
        <a:defRPr>
          <a:solidFill>
            <a:schemeClr val="tx2"/>
          </a:solidFill>
          <a:latin typeface="+mn-lt"/>
          <a:ea typeface="+mn-ea"/>
          <a:cs typeface="+mn-cs"/>
        </a:defRPr>
      </a:lvl2pPr>
      <a:lvl3pPr marL="1219170" eaLnBrk="1" hangingPunct="1">
        <a:buFont typeface="Arial" panose="020B0604020202020204" pitchFamily="34" charset="0"/>
        <a:buChar char="•"/>
        <a:defRPr>
          <a:solidFill>
            <a:schemeClr val="tx2"/>
          </a:solidFill>
          <a:latin typeface="+mn-lt"/>
          <a:ea typeface="+mn-ea"/>
          <a:cs typeface="+mn-cs"/>
        </a:defRPr>
      </a:lvl3pPr>
      <a:lvl4pPr marL="1828754" eaLnBrk="1" hangingPunct="1">
        <a:buFont typeface="Arial" panose="020B0604020202020204" pitchFamily="34" charset="0"/>
        <a:buChar char="•"/>
        <a:defRPr>
          <a:solidFill>
            <a:schemeClr val="tx2"/>
          </a:solidFill>
          <a:latin typeface="+mn-lt"/>
          <a:ea typeface="+mn-ea"/>
          <a:cs typeface="+mn-cs"/>
        </a:defRPr>
      </a:lvl4pPr>
      <a:lvl5pPr marL="2438339" eaLnBrk="1" hangingPunct="1">
        <a:buFont typeface="Arial" panose="020B0604020202020204" pitchFamily="34" charset="0"/>
        <a:buChar char="•"/>
        <a:defRPr>
          <a:solidFill>
            <a:schemeClr val="tx2"/>
          </a:solidFill>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bodyStyle>
    <p:otherStyle>
      <a:lvl1pPr marL="0" eaLnBrk="1" hangingPunct="1">
        <a:defRPr>
          <a:latin typeface="+mn-lt"/>
          <a:ea typeface="+mn-ea"/>
          <a:cs typeface="+mn-cs"/>
        </a:defRPr>
      </a:lvl1pPr>
      <a:lvl2pPr marL="609585" eaLnBrk="1" hangingPunct="1">
        <a:defRPr>
          <a:latin typeface="+mn-lt"/>
          <a:ea typeface="+mn-ea"/>
          <a:cs typeface="+mn-cs"/>
        </a:defRPr>
      </a:lvl2pPr>
      <a:lvl3pPr marL="1219170" eaLnBrk="1" hangingPunct="1">
        <a:defRPr>
          <a:latin typeface="+mn-lt"/>
          <a:ea typeface="+mn-ea"/>
          <a:cs typeface="+mn-cs"/>
        </a:defRPr>
      </a:lvl3pPr>
      <a:lvl4pPr marL="1828754" eaLnBrk="1" hangingPunct="1">
        <a:defRPr>
          <a:latin typeface="+mn-lt"/>
          <a:ea typeface="+mn-ea"/>
          <a:cs typeface="+mn-cs"/>
        </a:defRPr>
      </a:lvl4pPr>
      <a:lvl5pPr marL="2438339" eaLnBrk="1" hangingPunct="1">
        <a:defRPr>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p:otherStyle>
  </p:txStyles>
  <p:extLst>
    <p:ext uri="{27BBF7A9-308A-43DC-89C8-2F10F3537804}">
      <p15:sldGuideLst xmlns:p15="http://schemas.microsoft.com/office/powerpoint/2012/main">
        <p15:guide id="4" orient="horz" pos="362">
          <p15:clr>
            <a:srgbClr val="A4A3A4"/>
          </p15:clr>
        </p15:guide>
        <p15:guide id="6" orient="horz" pos="1131">
          <p15:clr>
            <a:srgbClr val="A4A3A4"/>
          </p15:clr>
        </p15:guide>
        <p15:guide id="8" orient="horz" pos="2876">
          <p15:clr>
            <a:srgbClr val="A4A3A4"/>
          </p15:clr>
        </p15:guide>
        <p15:guide id="9" pos="360">
          <p15:clr>
            <a:srgbClr val="A4A3A4"/>
          </p15:clr>
        </p15:guide>
        <p15:guide id="10" pos="5396">
          <p15:clr>
            <a:srgbClr val="A4A3A4"/>
          </p15:clr>
        </p15:guide>
        <p15:guide id="11" pos="118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25.jpeg"/><Relationship Id="rId1" Type="http://schemas.openxmlformats.org/officeDocument/2006/relationships/slideLayout" Target="../slideLayouts/slideLayout28.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F381F-0E4D-F4F1-D1D8-6DCAD4C6BF99}"/>
              </a:ext>
            </a:extLst>
          </p:cNvPr>
          <p:cNvSpPr>
            <a:spLocks noGrp="1"/>
          </p:cNvSpPr>
          <p:nvPr>
            <p:ph type="title"/>
          </p:nvPr>
        </p:nvSpPr>
        <p:spPr/>
        <p:txBody>
          <a:bodyPr/>
          <a:lstStyle/>
          <a:p>
            <a:r>
              <a:rPr lang="en-US" dirty="0"/>
              <a:t>One Health Workshop</a:t>
            </a:r>
            <a:br>
              <a:rPr lang="en-US" dirty="0"/>
            </a:br>
            <a:r>
              <a:rPr lang="en-US" dirty="0"/>
              <a:t>Qualitative group</a:t>
            </a:r>
            <a:endParaRPr lang="en-AU" dirty="0"/>
          </a:p>
        </p:txBody>
      </p:sp>
      <p:sp>
        <p:nvSpPr>
          <p:cNvPr id="3" name="Text Placeholder 2">
            <a:extLst>
              <a:ext uri="{FF2B5EF4-FFF2-40B4-BE49-F238E27FC236}">
                <a16:creationId xmlns:a16="http://schemas.microsoft.com/office/drawing/2014/main" id="{F96C8E06-2D85-9757-ACD2-226A7593676B}"/>
              </a:ext>
            </a:extLst>
          </p:cNvPr>
          <p:cNvSpPr>
            <a:spLocks noGrp="1"/>
          </p:cNvSpPr>
          <p:nvPr>
            <p:ph type="body" sz="quarter" idx="14"/>
          </p:nvPr>
        </p:nvSpPr>
        <p:spPr>
          <a:xfrm>
            <a:off x="624185" y="3094436"/>
            <a:ext cx="5289312" cy="1005052"/>
          </a:xfrm>
        </p:spPr>
        <p:txBody>
          <a:bodyPr/>
          <a:lstStyle/>
          <a:p>
            <a:r>
              <a:rPr lang="en-US" dirty="0"/>
              <a:t>Manila, July 8</a:t>
            </a:r>
            <a:r>
              <a:rPr lang="en-US" baseline="30000" dirty="0"/>
              <a:t>th</a:t>
            </a:r>
            <a:r>
              <a:rPr lang="en-US" dirty="0"/>
              <a:t> 2026</a:t>
            </a:r>
            <a:endParaRPr lang="en-AU" i="1" dirty="0"/>
          </a:p>
        </p:txBody>
      </p:sp>
      <p:pic>
        <p:nvPicPr>
          <p:cNvPr id="5" name="Picture 4" descr="A black background with a black square&#10;&#10;Description automatically generated with medium confidence">
            <a:extLst>
              <a:ext uri="{FF2B5EF4-FFF2-40B4-BE49-F238E27FC236}">
                <a16:creationId xmlns:a16="http://schemas.microsoft.com/office/drawing/2014/main" id="{3E0452B9-68C2-7889-6BF6-1628FF44613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062020" y="4535331"/>
            <a:ext cx="2576103" cy="1162108"/>
          </a:xfrm>
          <a:prstGeom prst="rect">
            <a:avLst/>
          </a:prstGeom>
        </p:spPr>
      </p:pic>
    </p:spTree>
    <p:extLst>
      <p:ext uri="{BB962C8B-B14F-4D97-AF65-F5344CB8AC3E}">
        <p14:creationId xmlns:p14="http://schemas.microsoft.com/office/powerpoint/2010/main" val="1302966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86A4-0693-DD9E-392B-280D5FACD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61CF8-28A8-02AB-C326-0F899A759D0D}"/>
              </a:ext>
            </a:extLst>
          </p:cNvPr>
          <p:cNvSpPr>
            <a:spLocks noGrp="1"/>
          </p:cNvSpPr>
          <p:nvPr>
            <p:ph type="title"/>
          </p:nvPr>
        </p:nvSpPr>
        <p:spPr>
          <a:xfrm>
            <a:off x="175709" y="-19992"/>
            <a:ext cx="10651067" cy="738664"/>
          </a:xfrm>
        </p:spPr>
        <p:txBody>
          <a:bodyPr/>
          <a:lstStyle/>
          <a:p>
            <a:r>
              <a:rPr lang="en-US" sz="4800" dirty="0"/>
              <a:t>What are we aiming to do?</a:t>
            </a:r>
            <a:endParaRPr lang="en-AU" sz="4800" dirty="0"/>
          </a:p>
        </p:txBody>
      </p:sp>
      <p:sp>
        <p:nvSpPr>
          <p:cNvPr id="3" name="Content Placeholder 2">
            <a:extLst>
              <a:ext uri="{FF2B5EF4-FFF2-40B4-BE49-F238E27FC236}">
                <a16:creationId xmlns:a16="http://schemas.microsoft.com/office/drawing/2014/main" id="{39748376-E6FA-D2E0-0303-69212CED975C}"/>
              </a:ext>
            </a:extLst>
          </p:cNvPr>
          <p:cNvSpPr>
            <a:spLocks noGrp="1"/>
          </p:cNvSpPr>
          <p:nvPr>
            <p:ph idx="1"/>
          </p:nvPr>
        </p:nvSpPr>
        <p:spPr>
          <a:xfrm>
            <a:off x="447738" y="1253331"/>
            <a:ext cx="6577006" cy="4351338"/>
          </a:xfrm>
        </p:spPr>
        <p:txBody>
          <a:bodyPr/>
          <a:lstStyle/>
          <a:p>
            <a:pPr marL="0" indent="0">
              <a:buNone/>
            </a:pPr>
            <a:endParaRPr lang="en-US" sz="1800" dirty="0"/>
          </a:p>
          <a:p>
            <a:pPr marL="514350" indent="-514350">
              <a:buAutoNum type="arabicParenR"/>
            </a:pPr>
            <a:r>
              <a:rPr lang="en-US" sz="3000" dirty="0"/>
              <a:t>Identify  </a:t>
            </a:r>
          </a:p>
          <a:p>
            <a:pPr marL="952491" lvl="1" indent="-571500">
              <a:buFont typeface="Wingdings" panose="05000000000000000000" pitchFamily="2" charset="2"/>
              <a:buChar char="§"/>
            </a:pPr>
            <a:r>
              <a:rPr lang="en-US" sz="3000" dirty="0"/>
              <a:t>Needs and appropriate actions for each function of the Multi-Sectoral One Health Council</a:t>
            </a:r>
          </a:p>
          <a:p>
            <a:pPr marL="0" indent="0">
              <a:buNone/>
            </a:pPr>
            <a:endParaRPr lang="en-US" sz="3000" dirty="0"/>
          </a:p>
        </p:txBody>
      </p:sp>
      <p:pic>
        <p:nvPicPr>
          <p:cNvPr id="8" name="Picture 7" descr="A sign post with many directions&#10;&#10;Description automatically generated">
            <a:extLst>
              <a:ext uri="{FF2B5EF4-FFF2-40B4-BE49-F238E27FC236}">
                <a16:creationId xmlns:a16="http://schemas.microsoft.com/office/drawing/2014/main" id="{2731F471-C370-2A2E-6A91-CF1580D38B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580555" y="659151"/>
            <a:ext cx="4016187" cy="5354916"/>
          </a:xfrm>
          <a:prstGeom prst="rect">
            <a:avLst/>
          </a:prstGeom>
        </p:spPr>
      </p:pic>
    </p:spTree>
    <p:extLst>
      <p:ext uri="{BB962C8B-B14F-4D97-AF65-F5344CB8AC3E}">
        <p14:creationId xmlns:p14="http://schemas.microsoft.com/office/powerpoint/2010/main" val="2006902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2E4F-DFD4-A12F-6F21-1B892207871B}"/>
            </a:ext>
          </a:extLst>
        </p:cNvPr>
        <p:cNvGrpSpPr/>
        <p:nvPr/>
      </p:nvGrpSpPr>
      <p:grpSpPr>
        <a:xfrm>
          <a:off x="0" y="0"/>
          <a:ext cx="0" cy="0"/>
          <a:chOff x="0" y="0"/>
          <a:chExt cx="0" cy="0"/>
        </a:xfrm>
      </p:grpSpPr>
      <p:pic>
        <p:nvPicPr>
          <p:cNvPr id="3" name="Picture 2" descr="A pair of rugs on the floor&#10;&#10;Description automatically generated">
            <a:extLst>
              <a:ext uri="{FF2B5EF4-FFF2-40B4-BE49-F238E27FC236}">
                <a16:creationId xmlns:a16="http://schemas.microsoft.com/office/drawing/2014/main" id="{CA98BA23-7228-3AFF-D8F9-AF9DFF4501F0}"/>
              </a:ext>
            </a:extLst>
          </p:cNvPr>
          <p:cNvPicPr>
            <a:picLocks noChangeAspect="1"/>
          </p:cNvPicPr>
          <p:nvPr/>
        </p:nvPicPr>
        <p:blipFill>
          <a:blip r:embed="rId3" cstate="screen">
            <a:extLst>
              <a:ext uri="{28A0092B-C50C-407E-A947-70E740481C1C}">
                <a14:useLocalDpi xmlns:a14="http://schemas.microsoft.com/office/drawing/2010/main"/>
              </a:ext>
            </a:extLst>
          </a:blip>
          <a:srcRect r="-2"/>
          <a:stretch/>
        </p:blipFill>
        <p:spPr>
          <a:xfrm>
            <a:off x="7657" y="769290"/>
            <a:ext cx="5804105" cy="3167426"/>
          </a:xfrm>
          <a:prstGeom prst="rect">
            <a:avLst/>
          </a:prstGeom>
        </p:spPr>
      </p:pic>
      <p:sp>
        <p:nvSpPr>
          <p:cNvPr id="2" name="Title 1">
            <a:extLst>
              <a:ext uri="{FF2B5EF4-FFF2-40B4-BE49-F238E27FC236}">
                <a16:creationId xmlns:a16="http://schemas.microsoft.com/office/drawing/2014/main" id="{56058FDE-4C77-CE7C-010A-1F3263A5E667}"/>
              </a:ext>
            </a:extLst>
          </p:cNvPr>
          <p:cNvSpPr>
            <a:spLocks noGrp="1"/>
          </p:cNvSpPr>
          <p:nvPr>
            <p:ph type="title"/>
          </p:nvPr>
        </p:nvSpPr>
        <p:spPr>
          <a:xfrm>
            <a:off x="138073" y="30626"/>
            <a:ext cx="10515600" cy="738664"/>
          </a:xfrm>
        </p:spPr>
        <p:txBody>
          <a:bodyPr/>
          <a:lstStyle/>
          <a:p>
            <a:r>
              <a:rPr lang="en-US" sz="4800" dirty="0"/>
              <a:t>How will we do it?</a:t>
            </a:r>
            <a:endParaRPr lang="en-AU" sz="4800" dirty="0"/>
          </a:p>
        </p:txBody>
      </p:sp>
      <p:pic>
        <p:nvPicPr>
          <p:cNvPr id="12" name="Picture 11">
            <a:extLst>
              <a:ext uri="{FF2B5EF4-FFF2-40B4-BE49-F238E27FC236}">
                <a16:creationId xmlns:a16="http://schemas.microsoft.com/office/drawing/2014/main" id="{96EF9BDB-AF70-C0ED-B9AB-E997A80E549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96000" y="866826"/>
            <a:ext cx="5845813" cy="1973910"/>
          </a:xfrm>
          <a:prstGeom prst="rect">
            <a:avLst/>
          </a:prstGeom>
        </p:spPr>
      </p:pic>
      <p:pic>
        <p:nvPicPr>
          <p:cNvPr id="7" name="Picture 6" descr="A group of people sitting around a table&#10;&#10;Description automatically generated">
            <a:extLst>
              <a:ext uri="{FF2B5EF4-FFF2-40B4-BE49-F238E27FC236}">
                <a16:creationId xmlns:a16="http://schemas.microsoft.com/office/drawing/2014/main" id="{99CEE9CB-7B90-7D09-2FCF-F0B1BB489ECC}"/>
              </a:ext>
            </a:extLst>
          </p:cNvPr>
          <p:cNvPicPr>
            <a:picLocks noChangeAspect="1"/>
          </p:cNvPicPr>
          <p:nvPr/>
        </p:nvPicPr>
        <p:blipFill>
          <a:blip r:embed="rId5" cstate="screen">
            <a:extLst>
              <a:ext uri="{28A0092B-C50C-407E-A947-70E740481C1C}">
                <a14:useLocalDpi xmlns:a14="http://schemas.microsoft.com/office/drawing/2010/main"/>
              </a:ext>
            </a:extLst>
          </a:blip>
          <a:srcRect r="-3"/>
          <a:stretch/>
        </p:blipFill>
        <p:spPr>
          <a:xfrm>
            <a:off x="5813775" y="3530359"/>
            <a:ext cx="5797883" cy="2789949"/>
          </a:xfrm>
          <a:prstGeom prst="rect">
            <a:avLst/>
          </a:prstGeom>
        </p:spPr>
      </p:pic>
      <p:pic>
        <p:nvPicPr>
          <p:cNvPr id="11" name="Picture 10" descr="A group of people sitting around a table&#10;&#10;Description automatically generated">
            <a:extLst>
              <a:ext uri="{FF2B5EF4-FFF2-40B4-BE49-F238E27FC236}">
                <a16:creationId xmlns:a16="http://schemas.microsoft.com/office/drawing/2014/main" id="{D2BB3D74-56B3-2D08-0499-C4B929730D84}"/>
              </a:ext>
            </a:extLst>
          </p:cNvPr>
          <p:cNvPicPr>
            <a:picLocks noChangeAspect="1"/>
          </p:cNvPicPr>
          <p:nvPr/>
        </p:nvPicPr>
        <p:blipFill>
          <a:blip r:embed="rId6" cstate="screen">
            <a:extLst>
              <a:ext uri="{28A0092B-C50C-407E-A947-70E740481C1C}">
                <a14:useLocalDpi xmlns:a14="http://schemas.microsoft.com/office/drawing/2010/main"/>
              </a:ext>
            </a:extLst>
          </a:blip>
          <a:srcRect r="-2"/>
          <a:stretch/>
        </p:blipFill>
        <p:spPr>
          <a:xfrm>
            <a:off x="7657" y="3530361"/>
            <a:ext cx="5804105" cy="2789948"/>
          </a:xfrm>
          <a:prstGeom prst="rect">
            <a:avLst/>
          </a:prstGeom>
        </p:spPr>
      </p:pic>
    </p:spTree>
    <p:extLst>
      <p:ext uri="{BB962C8B-B14F-4D97-AF65-F5344CB8AC3E}">
        <p14:creationId xmlns:p14="http://schemas.microsoft.com/office/powerpoint/2010/main" val="202725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489A-5B54-B547-1DB1-015D5017989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4592D65-B96C-F688-1C35-FE64671BB23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995490" y="2660789"/>
            <a:ext cx="3680578" cy="3922295"/>
          </a:xfrm>
          <a:prstGeom prst="rect">
            <a:avLst/>
          </a:prstGeom>
        </p:spPr>
      </p:pic>
      <p:sp>
        <p:nvSpPr>
          <p:cNvPr id="2" name="Title 1">
            <a:extLst>
              <a:ext uri="{FF2B5EF4-FFF2-40B4-BE49-F238E27FC236}">
                <a16:creationId xmlns:a16="http://schemas.microsoft.com/office/drawing/2014/main" id="{EAB409C1-164B-3B00-85C7-B441CDC08FF0}"/>
              </a:ext>
            </a:extLst>
          </p:cNvPr>
          <p:cNvSpPr>
            <a:spLocks noGrp="1"/>
          </p:cNvSpPr>
          <p:nvPr>
            <p:ph type="title"/>
          </p:nvPr>
        </p:nvSpPr>
        <p:spPr>
          <a:xfrm>
            <a:off x="160468" y="118037"/>
            <a:ext cx="10515600" cy="738664"/>
          </a:xfrm>
        </p:spPr>
        <p:txBody>
          <a:bodyPr/>
          <a:lstStyle/>
          <a:p>
            <a:r>
              <a:rPr lang="en-US" sz="4800" dirty="0"/>
              <a:t>Preview of today’s outputs</a:t>
            </a:r>
            <a:endParaRPr lang="en-AU" sz="4800" dirty="0"/>
          </a:p>
        </p:txBody>
      </p:sp>
      <p:sp>
        <p:nvSpPr>
          <p:cNvPr id="3" name="Content Placeholder 2">
            <a:extLst>
              <a:ext uri="{FF2B5EF4-FFF2-40B4-BE49-F238E27FC236}">
                <a16:creationId xmlns:a16="http://schemas.microsoft.com/office/drawing/2014/main" id="{20E1D61D-93EB-5831-195E-32C23638A7FA}"/>
              </a:ext>
            </a:extLst>
          </p:cNvPr>
          <p:cNvSpPr>
            <a:spLocks noGrp="1"/>
          </p:cNvSpPr>
          <p:nvPr>
            <p:ph idx="1"/>
          </p:nvPr>
        </p:nvSpPr>
        <p:spPr>
          <a:xfrm>
            <a:off x="838200" y="1464778"/>
            <a:ext cx="5024718" cy="1035779"/>
          </a:xfrm>
        </p:spPr>
        <p:txBody>
          <a:bodyPr/>
          <a:lstStyle/>
          <a:p>
            <a:pPr marL="514350" indent="-514350">
              <a:buAutoNum type="arabicParenR"/>
            </a:pPr>
            <a:r>
              <a:rPr lang="en-US" sz="2800" dirty="0"/>
              <a:t>Identify actions to be taken</a:t>
            </a:r>
          </a:p>
        </p:txBody>
      </p:sp>
      <p:pic>
        <p:nvPicPr>
          <p:cNvPr id="5" name="Picture 4" descr="A pair of black square mats with colorful designs on them&#10;&#10;Description automatically generated with medium confidence">
            <a:extLst>
              <a:ext uri="{FF2B5EF4-FFF2-40B4-BE49-F238E27FC236}">
                <a16:creationId xmlns:a16="http://schemas.microsoft.com/office/drawing/2014/main" id="{3CC4CED4-480D-81C9-695E-AD3408F07A9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9549" y="2500557"/>
            <a:ext cx="5443369" cy="4082527"/>
          </a:xfrm>
          <a:prstGeom prst="rect">
            <a:avLst/>
          </a:prstGeom>
        </p:spPr>
      </p:pic>
      <p:sp>
        <p:nvSpPr>
          <p:cNvPr id="10" name="Oval 9">
            <a:extLst>
              <a:ext uri="{FF2B5EF4-FFF2-40B4-BE49-F238E27FC236}">
                <a16:creationId xmlns:a16="http://schemas.microsoft.com/office/drawing/2014/main" id="{609F25C1-E783-6F19-302A-09B1D5D2E628}"/>
              </a:ext>
            </a:extLst>
          </p:cNvPr>
          <p:cNvSpPr/>
          <p:nvPr/>
        </p:nvSpPr>
        <p:spPr>
          <a:xfrm>
            <a:off x="8478300" y="2861910"/>
            <a:ext cx="2197768" cy="1433380"/>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Content Placeholder 2">
            <a:extLst>
              <a:ext uri="{FF2B5EF4-FFF2-40B4-BE49-F238E27FC236}">
                <a16:creationId xmlns:a16="http://schemas.microsoft.com/office/drawing/2014/main" id="{111E80A4-4698-F89C-6C65-5BBDA8D85F95}"/>
              </a:ext>
            </a:extLst>
          </p:cNvPr>
          <p:cNvSpPr txBox="1">
            <a:spLocks/>
          </p:cNvSpPr>
          <p:nvPr/>
        </p:nvSpPr>
        <p:spPr>
          <a:xfrm>
            <a:off x="6476103" y="1402623"/>
            <a:ext cx="5443369" cy="11600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2)	</a:t>
            </a:r>
            <a:r>
              <a:rPr lang="en-US" dirty="0" err="1"/>
              <a:t>Prioritise</a:t>
            </a:r>
            <a:r>
              <a:rPr lang="en-US" dirty="0"/>
              <a:t> which should be done first</a:t>
            </a:r>
            <a:endParaRPr lang="en-AU" dirty="0"/>
          </a:p>
        </p:txBody>
      </p:sp>
    </p:spTree>
    <p:extLst>
      <p:ext uri="{BB962C8B-B14F-4D97-AF65-F5344CB8AC3E}">
        <p14:creationId xmlns:p14="http://schemas.microsoft.com/office/powerpoint/2010/main" val="116577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F600-5089-3851-4D1C-9A0A9ACF4092}"/>
              </a:ext>
            </a:extLst>
          </p:cNvPr>
          <p:cNvSpPr>
            <a:spLocks noGrp="1"/>
          </p:cNvSpPr>
          <p:nvPr>
            <p:ph type="title"/>
          </p:nvPr>
        </p:nvSpPr>
        <p:spPr>
          <a:xfrm>
            <a:off x="160468" y="118037"/>
            <a:ext cx="10515600" cy="738664"/>
          </a:xfrm>
        </p:spPr>
        <p:txBody>
          <a:bodyPr/>
          <a:lstStyle/>
          <a:p>
            <a:r>
              <a:rPr lang="en-US" sz="4800" dirty="0"/>
              <a:t>Preview of today’s outputs</a:t>
            </a:r>
            <a:endParaRPr lang="en-AU" sz="4800" dirty="0"/>
          </a:p>
        </p:txBody>
      </p:sp>
      <p:pic>
        <p:nvPicPr>
          <p:cNvPr id="5" name="Picture 4" descr="A pair of black square mats with colorful designs on them&#10;&#10;Description automatically generated with medium confidence">
            <a:extLst>
              <a:ext uri="{FF2B5EF4-FFF2-40B4-BE49-F238E27FC236}">
                <a16:creationId xmlns:a16="http://schemas.microsoft.com/office/drawing/2014/main" id="{E5A40166-1A8F-9A39-98FB-1575050139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67226" y="1005840"/>
            <a:ext cx="7242584" cy="5431939"/>
          </a:xfrm>
          <a:prstGeom prst="rect">
            <a:avLst/>
          </a:prstGeom>
        </p:spPr>
      </p:pic>
    </p:spTree>
    <p:extLst>
      <p:ext uri="{BB962C8B-B14F-4D97-AF65-F5344CB8AC3E}">
        <p14:creationId xmlns:p14="http://schemas.microsoft.com/office/powerpoint/2010/main" val="38105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C277-09D4-C1F0-41A2-B724C52A9C66}"/>
              </a:ext>
            </a:extLst>
          </p:cNvPr>
          <p:cNvSpPr>
            <a:spLocks noGrp="1"/>
          </p:cNvSpPr>
          <p:nvPr>
            <p:ph type="title"/>
          </p:nvPr>
        </p:nvSpPr>
        <p:spPr>
          <a:xfrm>
            <a:off x="160867" y="12538"/>
            <a:ext cx="11701949" cy="1477328"/>
          </a:xfrm>
        </p:spPr>
        <p:txBody>
          <a:bodyPr/>
          <a:lstStyle/>
          <a:p>
            <a:r>
              <a:rPr lang="en-US" sz="4800" dirty="0"/>
              <a:t>Step 1: Discuss the functions of the MSOHC</a:t>
            </a:r>
            <a:endParaRPr lang="en-AU" sz="4800" dirty="0"/>
          </a:p>
        </p:txBody>
      </p:sp>
      <p:sp>
        <p:nvSpPr>
          <p:cNvPr id="4" name="Content Placeholder 2">
            <a:extLst>
              <a:ext uri="{FF2B5EF4-FFF2-40B4-BE49-F238E27FC236}">
                <a16:creationId xmlns:a16="http://schemas.microsoft.com/office/drawing/2014/main" id="{A6F41EA9-605E-3D16-7CF4-32F35579CF63}"/>
              </a:ext>
            </a:extLst>
          </p:cNvPr>
          <p:cNvSpPr>
            <a:spLocks noGrp="1"/>
          </p:cNvSpPr>
          <p:nvPr>
            <p:ph idx="1"/>
          </p:nvPr>
        </p:nvSpPr>
        <p:spPr>
          <a:xfrm>
            <a:off x="440565" y="1249624"/>
            <a:ext cx="5373128" cy="5196896"/>
          </a:xfrm>
        </p:spPr>
        <p:txBody>
          <a:bodyPr>
            <a:noAutofit/>
          </a:bodyPr>
          <a:lstStyle/>
          <a:p>
            <a:pPr marL="0" indent="0" fontAlgn="base">
              <a:buNone/>
            </a:pPr>
            <a:r>
              <a:rPr lang="en-AU" sz="2000" b="1" dirty="0">
                <a:latin typeface="+mn-lt"/>
                <a:ea typeface="Times New Roman" panose="02020603050405020304" pitchFamily="18" charset="0"/>
                <a:cs typeface="Segoe UI" panose="020B0502040204020203" pitchFamily="34" charset="0"/>
              </a:rPr>
              <a:t>Each table has a Province in the centre circle:</a:t>
            </a:r>
            <a:endParaRPr lang="en-AU" sz="2000" b="1" dirty="0">
              <a:effectLst/>
              <a:latin typeface="+mn-lt"/>
              <a:ea typeface="Times New Roman" panose="02020603050405020304" pitchFamily="18" charset="0"/>
            </a:endParaRPr>
          </a:p>
          <a:p>
            <a:pPr marL="342900" lvl="0" indent="-342900" fontAlgn="base">
              <a:buFont typeface="+mj-lt"/>
              <a:buAutoNum type="arabicPeriod"/>
            </a:pPr>
            <a:r>
              <a:rPr lang="en-AU" sz="2000" dirty="0">
                <a:effectLst/>
                <a:latin typeface="+mn-lt"/>
                <a:ea typeface="Times New Roman" panose="02020603050405020304" pitchFamily="18" charset="0"/>
                <a:cs typeface="Segoe UI" panose="020B0502040204020203" pitchFamily="34" charset="0"/>
              </a:rPr>
              <a:t>Oriental Mindoro</a:t>
            </a:r>
          </a:p>
          <a:p>
            <a:pPr marL="342900" lvl="0" indent="-342900" fontAlgn="base">
              <a:buFont typeface="+mj-lt"/>
              <a:buAutoNum type="arabicPeriod"/>
            </a:pPr>
            <a:r>
              <a:rPr lang="en-AU" sz="2000" dirty="0">
                <a:latin typeface="+mn-lt"/>
                <a:ea typeface="Times New Roman" panose="02020603050405020304" pitchFamily="18" charset="0"/>
                <a:cs typeface="Segoe UI" panose="020B0502040204020203" pitchFamily="34" charset="0"/>
              </a:rPr>
              <a:t>Romblon</a:t>
            </a:r>
          </a:p>
          <a:p>
            <a:pPr marL="342900" lvl="0" indent="-342900" fontAlgn="base">
              <a:buFont typeface="+mj-lt"/>
              <a:buAutoNum type="arabicPeriod"/>
            </a:pPr>
            <a:r>
              <a:rPr lang="en-AU" sz="2000" dirty="0">
                <a:effectLst/>
                <a:latin typeface="+mn-lt"/>
                <a:ea typeface="Times New Roman" panose="02020603050405020304" pitchFamily="18" charset="0"/>
                <a:cs typeface="Segoe UI" panose="020B0502040204020203" pitchFamily="34" charset="0"/>
              </a:rPr>
              <a:t>Marinduque</a:t>
            </a:r>
          </a:p>
          <a:p>
            <a:pPr marL="342900" lvl="0" indent="-342900" fontAlgn="base">
              <a:buFont typeface="+mj-lt"/>
              <a:buAutoNum type="arabicPeriod"/>
            </a:pPr>
            <a:endParaRPr lang="en-AU" sz="2000" dirty="0">
              <a:latin typeface="+mn-lt"/>
              <a:ea typeface="Times New Roman" panose="02020603050405020304" pitchFamily="18" charset="0"/>
              <a:cs typeface="Segoe UI" panose="020B0502040204020203" pitchFamily="34" charset="0"/>
            </a:endParaRPr>
          </a:p>
          <a:p>
            <a:pPr marL="0" lvl="0" indent="0" fontAlgn="base">
              <a:buNone/>
            </a:pPr>
            <a:r>
              <a:rPr lang="en-AU" sz="2000" b="1" dirty="0">
                <a:effectLst/>
                <a:latin typeface="+mn-lt"/>
                <a:ea typeface="Times New Roman" panose="02020603050405020304" pitchFamily="18" charset="0"/>
                <a:cs typeface="Segoe UI" panose="020B0502040204020203" pitchFamily="34" charset="0"/>
              </a:rPr>
              <a:t>Around each Centre circle are the seven functions of the MSOHC (see section 5 of Ordinance document)</a:t>
            </a:r>
          </a:p>
          <a:p>
            <a:pPr marL="457200" lvl="0" indent="-457200" fontAlgn="base">
              <a:buFont typeface="+mj-lt"/>
              <a:buAutoNum type="arabicPeriod"/>
            </a:pPr>
            <a:r>
              <a:rPr lang="en-AU" sz="2000" dirty="0">
                <a:effectLst/>
                <a:latin typeface="+mn-lt"/>
                <a:ea typeface="Times New Roman" panose="02020603050405020304" pitchFamily="18" charset="0"/>
                <a:cs typeface="Segoe UI" panose="020B0502040204020203" pitchFamily="34" charset="0"/>
              </a:rPr>
              <a:t>Develop plans and oversee implementation</a:t>
            </a:r>
          </a:p>
          <a:p>
            <a:pPr marL="457200" lvl="0" indent="-457200" fontAlgn="base">
              <a:buFont typeface="+mj-lt"/>
              <a:buAutoNum type="arabicPeriod"/>
            </a:pPr>
            <a:r>
              <a:rPr lang="en-AU" sz="2000" dirty="0">
                <a:latin typeface="+mn-lt"/>
                <a:ea typeface="Times New Roman" panose="02020603050405020304" pitchFamily="18" charset="0"/>
                <a:cs typeface="Segoe UI" panose="020B0502040204020203" pitchFamily="34" charset="0"/>
              </a:rPr>
              <a:t>Facilitate collaboration</a:t>
            </a:r>
          </a:p>
          <a:p>
            <a:pPr marL="457200" lvl="0" indent="-457200" fontAlgn="base">
              <a:buFont typeface="+mj-lt"/>
              <a:buAutoNum type="arabicPeriod"/>
            </a:pPr>
            <a:r>
              <a:rPr lang="en-AU" sz="2000" dirty="0">
                <a:latin typeface="+mn-lt"/>
                <a:ea typeface="Times New Roman" panose="02020603050405020304" pitchFamily="18" charset="0"/>
                <a:cs typeface="Segoe UI" panose="020B0502040204020203" pitchFamily="34" charset="0"/>
              </a:rPr>
              <a:t>Surveillance (early warning / reporting system)</a:t>
            </a:r>
          </a:p>
          <a:p>
            <a:pPr marL="457200" lvl="0" indent="-457200" fontAlgn="base">
              <a:buFont typeface="+mj-lt"/>
              <a:buAutoNum type="arabicPeriod"/>
            </a:pPr>
            <a:r>
              <a:rPr lang="en-AU" sz="2000" dirty="0">
                <a:latin typeface="+mn-lt"/>
                <a:ea typeface="Times New Roman" panose="02020603050405020304" pitchFamily="18" charset="0"/>
                <a:cs typeface="Segoe UI" panose="020B0502040204020203" pitchFamily="34" charset="0"/>
              </a:rPr>
              <a:t>Outbreak investigation and response</a:t>
            </a:r>
          </a:p>
          <a:p>
            <a:pPr marL="457200" lvl="0" indent="-457200" fontAlgn="base">
              <a:buFont typeface="+mj-lt"/>
              <a:buAutoNum type="arabicPeriod"/>
            </a:pPr>
            <a:r>
              <a:rPr lang="en-AU" sz="2000" dirty="0">
                <a:latin typeface="+mn-lt"/>
                <a:ea typeface="Times New Roman" panose="02020603050405020304" pitchFamily="18" charset="0"/>
                <a:cs typeface="Segoe UI" panose="020B0502040204020203" pitchFamily="34" charset="0"/>
              </a:rPr>
              <a:t>Monitoring and evaluation</a:t>
            </a:r>
          </a:p>
          <a:p>
            <a:pPr marL="457200" lvl="0" indent="-457200" fontAlgn="base">
              <a:buFont typeface="+mj-lt"/>
              <a:buAutoNum type="arabicPeriod"/>
            </a:pPr>
            <a:r>
              <a:rPr lang="en-AU" sz="2000" dirty="0">
                <a:latin typeface="+mn-lt"/>
                <a:ea typeface="Times New Roman" panose="02020603050405020304" pitchFamily="18" charset="0"/>
                <a:cs typeface="Segoe UI" panose="020B0502040204020203" pitchFamily="34" charset="0"/>
              </a:rPr>
              <a:t>Preventative measures</a:t>
            </a:r>
          </a:p>
          <a:p>
            <a:pPr marL="457200" lvl="0" indent="-457200" fontAlgn="base">
              <a:buFont typeface="+mj-lt"/>
              <a:buAutoNum type="arabicPeriod"/>
            </a:pPr>
            <a:r>
              <a:rPr lang="en-AU" sz="2000" dirty="0">
                <a:latin typeface="+mn-lt"/>
                <a:ea typeface="Times New Roman" panose="02020603050405020304" pitchFamily="18" charset="0"/>
                <a:cs typeface="Segoe UI" panose="020B0502040204020203" pitchFamily="34" charset="0"/>
              </a:rPr>
              <a:t>Preparedness and capacity building</a:t>
            </a:r>
          </a:p>
          <a:p>
            <a:pPr marL="457200" lvl="0" indent="-457200" fontAlgn="base">
              <a:buFont typeface="+mj-lt"/>
              <a:buAutoNum type="arabicPeriod"/>
            </a:pPr>
            <a:endParaRPr lang="en-AU" sz="2000" dirty="0">
              <a:effectLst/>
              <a:latin typeface="+mn-lt"/>
              <a:ea typeface="Times New Roman" panose="02020603050405020304" pitchFamily="18" charset="0"/>
              <a:cs typeface="Segoe UI" panose="020B0502040204020203" pitchFamily="34" charset="0"/>
            </a:endParaRPr>
          </a:p>
        </p:txBody>
      </p:sp>
      <p:pic>
        <p:nvPicPr>
          <p:cNvPr id="9" name="Picture 8" descr="A pair of rugs on the floor&#10;&#10;Description automatically generated">
            <a:extLst>
              <a:ext uri="{FF2B5EF4-FFF2-40B4-BE49-F238E27FC236}">
                <a16:creationId xmlns:a16="http://schemas.microsoft.com/office/drawing/2014/main" id="{7559B0D1-C205-52A3-C3CB-73C929FDE754}"/>
              </a:ext>
            </a:extLst>
          </p:cNvPr>
          <p:cNvPicPr>
            <a:picLocks noChangeAspect="1"/>
          </p:cNvPicPr>
          <p:nvPr/>
        </p:nvPicPr>
        <p:blipFill>
          <a:blip r:embed="rId3" cstate="screen">
            <a:extLst>
              <a:ext uri="{28A0092B-C50C-407E-A947-70E740481C1C}">
                <a14:useLocalDpi xmlns:a14="http://schemas.microsoft.com/office/drawing/2010/main"/>
              </a:ext>
            </a:extLst>
          </a:blip>
          <a:srcRect r="-2"/>
          <a:stretch/>
        </p:blipFill>
        <p:spPr>
          <a:xfrm>
            <a:off x="6239436" y="1855715"/>
            <a:ext cx="5765888" cy="3146570"/>
          </a:xfrm>
          <a:prstGeom prst="rect">
            <a:avLst/>
          </a:prstGeom>
        </p:spPr>
      </p:pic>
      <p:cxnSp>
        <p:nvCxnSpPr>
          <p:cNvPr id="7" name="Straight Arrow Connector 6">
            <a:extLst>
              <a:ext uri="{FF2B5EF4-FFF2-40B4-BE49-F238E27FC236}">
                <a16:creationId xmlns:a16="http://schemas.microsoft.com/office/drawing/2014/main" id="{5FCD54A1-B177-029F-3177-326CCAB6A25A}"/>
              </a:ext>
            </a:extLst>
          </p:cNvPr>
          <p:cNvCxnSpPr>
            <a:cxnSpLocks/>
          </p:cNvCxnSpPr>
          <p:nvPr/>
        </p:nvCxnSpPr>
        <p:spPr>
          <a:xfrm>
            <a:off x="5766099" y="1803401"/>
            <a:ext cx="1484555" cy="1520712"/>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CF8F9263-338C-5D51-975D-26FF176CFC73}"/>
              </a:ext>
            </a:extLst>
          </p:cNvPr>
          <p:cNvCxnSpPr>
            <a:cxnSpLocks/>
          </p:cNvCxnSpPr>
          <p:nvPr/>
        </p:nvCxnSpPr>
        <p:spPr>
          <a:xfrm flipV="1">
            <a:off x="6100564" y="4335332"/>
            <a:ext cx="1429789" cy="1059464"/>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24D97CD-0C56-2FBF-7F9B-D60A2742591B}"/>
              </a:ext>
            </a:extLst>
          </p:cNvPr>
          <p:cNvCxnSpPr>
            <a:cxnSpLocks/>
          </p:cNvCxnSpPr>
          <p:nvPr/>
        </p:nvCxnSpPr>
        <p:spPr>
          <a:xfrm flipV="1">
            <a:off x="6100564" y="4411826"/>
            <a:ext cx="2161309" cy="982970"/>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538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4EDD7DC-80C0-D286-157B-8A3316AB47C8}"/>
              </a:ext>
            </a:extLst>
          </p:cNvPr>
          <p:cNvSpPr/>
          <p:nvPr/>
        </p:nvSpPr>
        <p:spPr>
          <a:xfrm>
            <a:off x="4508205" y="2892056"/>
            <a:ext cx="3157869" cy="1477925"/>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800" b="1" dirty="0">
              <a:solidFill>
                <a:schemeClr val="tx1"/>
              </a:solidFill>
              <a:effectLst/>
              <a:latin typeface="Times New Roman" panose="02020603050405020304" pitchFamily="18" charset="0"/>
              <a:ea typeface="Times New Roman" panose="02020603050405020304" pitchFamily="18" charset="0"/>
            </a:endParaRPr>
          </a:p>
        </p:txBody>
      </p:sp>
      <p:sp>
        <p:nvSpPr>
          <p:cNvPr id="5" name="Oval 4">
            <a:extLst>
              <a:ext uri="{FF2B5EF4-FFF2-40B4-BE49-F238E27FC236}">
                <a16:creationId xmlns:a16="http://schemas.microsoft.com/office/drawing/2014/main" id="{281EE1DD-ADC2-6748-F165-2B77C1541F2F}"/>
              </a:ext>
            </a:extLst>
          </p:cNvPr>
          <p:cNvSpPr/>
          <p:nvPr/>
        </p:nvSpPr>
        <p:spPr>
          <a:xfrm>
            <a:off x="8840720" y="631489"/>
            <a:ext cx="2101936" cy="1166232"/>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rPr>
              <a:t>Add example issue</a:t>
            </a:r>
            <a:endParaRPr lang="en-AU" sz="1600" i="1" dirty="0">
              <a:solidFill>
                <a:schemeClr val="tx1"/>
              </a:solidFill>
            </a:endParaRPr>
          </a:p>
        </p:txBody>
      </p:sp>
      <p:cxnSp>
        <p:nvCxnSpPr>
          <p:cNvPr id="7" name="Straight Connector 6">
            <a:extLst>
              <a:ext uri="{FF2B5EF4-FFF2-40B4-BE49-F238E27FC236}">
                <a16:creationId xmlns:a16="http://schemas.microsoft.com/office/drawing/2014/main" id="{CE5E7E11-820B-E434-C891-A587EDACE8CF}"/>
              </a:ext>
            </a:extLst>
          </p:cNvPr>
          <p:cNvCxnSpPr>
            <a:stCxn id="5" idx="4"/>
            <a:endCxn id="4" idx="7"/>
          </p:cNvCxnSpPr>
          <p:nvPr/>
        </p:nvCxnSpPr>
        <p:spPr>
          <a:xfrm flipH="1">
            <a:off x="7203615" y="1797721"/>
            <a:ext cx="2688073" cy="1310772"/>
          </a:xfrm>
          <a:prstGeom prst="line">
            <a:avLst/>
          </a:prstGeom>
          <a:ln w="76200"/>
        </p:spPr>
        <p:style>
          <a:lnRef idx="1">
            <a:schemeClr val="accent6"/>
          </a:lnRef>
          <a:fillRef idx="0">
            <a:schemeClr val="accent6"/>
          </a:fillRef>
          <a:effectRef idx="0">
            <a:schemeClr val="accent6"/>
          </a:effectRef>
          <a:fontRef idx="minor">
            <a:schemeClr val="tx1"/>
          </a:fontRef>
        </p:style>
      </p:cxnSp>
      <p:sp>
        <p:nvSpPr>
          <p:cNvPr id="9" name="Oval 8">
            <a:extLst>
              <a:ext uri="{FF2B5EF4-FFF2-40B4-BE49-F238E27FC236}">
                <a16:creationId xmlns:a16="http://schemas.microsoft.com/office/drawing/2014/main" id="{AF766274-A5AD-FDE8-6514-84F9E09838C7}"/>
              </a:ext>
            </a:extLst>
          </p:cNvPr>
          <p:cNvSpPr/>
          <p:nvPr/>
        </p:nvSpPr>
        <p:spPr>
          <a:xfrm>
            <a:off x="4656574" y="765379"/>
            <a:ext cx="2398673" cy="1310772"/>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solidFill>
                  <a:schemeClr val="tx1"/>
                </a:solidFill>
              </a:rPr>
              <a:t>Add example issue</a:t>
            </a:r>
            <a:endParaRPr lang="en-AU" sz="1400" i="1" dirty="0">
              <a:solidFill>
                <a:schemeClr val="tx1"/>
              </a:solidFill>
            </a:endParaRPr>
          </a:p>
        </p:txBody>
      </p:sp>
      <p:sp>
        <p:nvSpPr>
          <p:cNvPr id="10" name="Oval 9">
            <a:extLst>
              <a:ext uri="{FF2B5EF4-FFF2-40B4-BE49-F238E27FC236}">
                <a16:creationId xmlns:a16="http://schemas.microsoft.com/office/drawing/2014/main" id="{9B66BABE-798C-A0B6-BC32-2647EF4AF89F}"/>
              </a:ext>
            </a:extLst>
          </p:cNvPr>
          <p:cNvSpPr/>
          <p:nvPr/>
        </p:nvSpPr>
        <p:spPr>
          <a:xfrm>
            <a:off x="331441" y="1942261"/>
            <a:ext cx="2101936" cy="1166232"/>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A51AE292-734D-3F6D-8AA0-9F914EC02D82}"/>
              </a:ext>
            </a:extLst>
          </p:cNvPr>
          <p:cNvSpPr/>
          <p:nvPr/>
        </p:nvSpPr>
        <p:spPr>
          <a:xfrm>
            <a:off x="9328979" y="4593771"/>
            <a:ext cx="2101936" cy="1166232"/>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BDE48431-B308-A6BF-2173-EFAE1290C16A}"/>
              </a:ext>
            </a:extLst>
          </p:cNvPr>
          <p:cNvSpPr/>
          <p:nvPr/>
        </p:nvSpPr>
        <p:spPr>
          <a:xfrm>
            <a:off x="1286034" y="5538316"/>
            <a:ext cx="2101936" cy="1166232"/>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4" name="Straight Connector 13">
            <a:extLst>
              <a:ext uri="{FF2B5EF4-FFF2-40B4-BE49-F238E27FC236}">
                <a16:creationId xmlns:a16="http://schemas.microsoft.com/office/drawing/2014/main" id="{A72103E9-A0CD-7798-8703-3027361749F0}"/>
              </a:ext>
            </a:extLst>
          </p:cNvPr>
          <p:cNvCxnSpPr>
            <a:cxnSpLocks/>
            <a:stCxn id="11" idx="2"/>
            <a:endCxn id="4" idx="5"/>
          </p:cNvCxnSpPr>
          <p:nvPr/>
        </p:nvCxnSpPr>
        <p:spPr>
          <a:xfrm flipH="1" flipV="1">
            <a:off x="7203615" y="4153544"/>
            <a:ext cx="2125364" cy="1023343"/>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17" name="Straight Connector 16">
            <a:extLst>
              <a:ext uri="{FF2B5EF4-FFF2-40B4-BE49-F238E27FC236}">
                <a16:creationId xmlns:a16="http://schemas.microsoft.com/office/drawing/2014/main" id="{5CF173B4-73D3-DF2E-9ADD-5D0D7B427876}"/>
              </a:ext>
            </a:extLst>
          </p:cNvPr>
          <p:cNvCxnSpPr>
            <a:cxnSpLocks/>
            <a:stCxn id="12" idx="7"/>
            <a:endCxn id="4" idx="3"/>
          </p:cNvCxnSpPr>
          <p:nvPr/>
        </p:nvCxnSpPr>
        <p:spPr>
          <a:xfrm flipV="1">
            <a:off x="3080149" y="4153544"/>
            <a:ext cx="1890515" cy="1555563"/>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20" name="Straight Connector 19">
            <a:extLst>
              <a:ext uri="{FF2B5EF4-FFF2-40B4-BE49-F238E27FC236}">
                <a16:creationId xmlns:a16="http://schemas.microsoft.com/office/drawing/2014/main" id="{9890119E-A42A-DB68-9B33-049FE074740A}"/>
              </a:ext>
            </a:extLst>
          </p:cNvPr>
          <p:cNvCxnSpPr>
            <a:cxnSpLocks/>
            <a:stCxn id="10" idx="6"/>
            <a:endCxn id="4" idx="2"/>
          </p:cNvCxnSpPr>
          <p:nvPr/>
        </p:nvCxnSpPr>
        <p:spPr>
          <a:xfrm>
            <a:off x="2433377" y="2525377"/>
            <a:ext cx="2074828" cy="1105642"/>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23" name="Straight Connector 22">
            <a:extLst>
              <a:ext uri="{FF2B5EF4-FFF2-40B4-BE49-F238E27FC236}">
                <a16:creationId xmlns:a16="http://schemas.microsoft.com/office/drawing/2014/main" id="{437E4CEF-58F0-BC29-6D23-5ACDC53F4778}"/>
              </a:ext>
            </a:extLst>
          </p:cNvPr>
          <p:cNvCxnSpPr>
            <a:cxnSpLocks/>
            <a:stCxn id="9" idx="4"/>
            <a:endCxn id="4" idx="0"/>
          </p:cNvCxnSpPr>
          <p:nvPr/>
        </p:nvCxnSpPr>
        <p:spPr>
          <a:xfrm>
            <a:off x="5855911" y="2076151"/>
            <a:ext cx="231229" cy="815905"/>
          </a:xfrm>
          <a:prstGeom prst="line">
            <a:avLst/>
          </a:prstGeom>
          <a:ln w="76200"/>
        </p:spPr>
        <p:style>
          <a:lnRef idx="1">
            <a:schemeClr val="accent6"/>
          </a:lnRef>
          <a:fillRef idx="0">
            <a:schemeClr val="accent6"/>
          </a:fillRef>
          <a:effectRef idx="0">
            <a:schemeClr val="accent6"/>
          </a:effectRef>
          <a:fontRef idx="minor">
            <a:schemeClr val="tx1"/>
          </a:fontRef>
        </p:style>
      </p:cxnSp>
      <p:sp>
        <p:nvSpPr>
          <p:cNvPr id="2" name="Title 1">
            <a:extLst>
              <a:ext uri="{FF2B5EF4-FFF2-40B4-BE49-F238E27FC236}">
                <a16:creationId xmlns:a16="http://schemas.microsoft.com/office/drawing/2014/main" id="{37D6919D-A983-C25D-559B-AFFC51972F1B}"/>
              </a:ext>
            </a:extLst>
          </p:cNvPr>
          <p:cNvSpPr txBox="1">
            <a:spLocks/>
          </p:cNvSpPr>
          <p:nvPr/>
        </p:nvSpPr>
        <p:spPr>
          <a:xfrm>
            <a:off x="160867" y="12538"/>
            <a:ext cx="10651067" cy="738664"/>
          </a:xfrm>
          <a:prstGeom prst="rect">
            <a:avLst/>
          </a:prstGeom>
        </p:spPr>
        <p:txBody>
          <a:bodyPr wrap="square" lIns="0" tIns="0" rIns="0" bIns="0" anchor="b">
            <a:spAutoFit/>
          </a:bodyPr>
          <a:lstStyle>
            <a:lvl1pPr algn="ctr" eaLnBrk="1" hangingPunct="1">
              <a:defRPr sz="6000" b="0" i="0">
                <a:solidFill>
                  <a:srgbClr val="E64626"/>
                </a:solidFill>
                <a:latin typeface="Times New Roman"/>
                <a:ea typeface="+mj-ea"/>
                <a:cs typeface="Times New Roman"/>
              </a:defRPr>
            </a:lvl1pPr>
          </a:lstStyle>
          <a:p>
            <a:r>
              <a:rPr lang="en-US" sz="4800"/>
              <a:t>Step 1: Agree on the key issues  (40 mins)</a:t>
            </a:r>
            <a:endParaRPr lang="en-AU" sz="4800" dirty="0"/>
          </a:p>
        </p:txBody>
      </p:sp>
    </p:spTree>
    <p:extLst>
      <p:ext uri="{BB962C8B-B14F-4D97-AF65-F5344CB8AC3E}">
        <p14:creationId xmlns:p14="http://schemas.microsoft.com/office/powerpoint/2010/main" val="424322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FE135A-B991-77BF-5999-D919D65618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6638" y="1293568"/>
            <a:ext cx="3737162" cy="4982883"/>
          </a:xfrm>
          <a:prstGeom prst="rect">
            <a:avLst/>
          </a:prstGeom>
        </p:spPr>
      </p:pic>
      <p:sp>
        <p:nvSpPr>
          <p:cNvPr id="4" name="Title 1">
            <a:extLst>
              <a:ext uri="{FF2B5EF4-FFF2-40B4-BE49-F238E27FC236}">
                <a16:creationId xmlns:a16="http://schemas.microsoft.com/office/drawing/2014/main" id="{7178660A-AD2C-331B-6B64-6986F8875E90}"/>
              </a:ext>
            </a:extLst>
          </p:cNvPr>
          <p:cNvSpPr txBox="1">
            <a:spLocks/>
          </p:cNvSpPr>
          <p:nvPr/>
        </p:nvSpPr>
        <p:spPr>
          <a:xfrm>
            <a:off x="160468" y="12845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AU" sz="4800" dirty="0">
              <a:solidFill>
                <a:srgbClr val="E64626"/>
              </a:solidFill>
              <a:latin typeface="Times New Roman"/>
              <a:cs typeface="Times New Roman"/>
            </a:endParaRPr>
          </a:p>
        </p:txBody>
      </p:sp>
      <p:sp>
        <p:nvSpPr>
          <p:cNvPr id="5" name="Content Placeholder 2">
            <a:extLst>
              <a:ext uri="{FF2B5EF4-FFF2-40B4-BE49-F238E27FC236}">
                <a16:creationId xmlns:a16="http://schemas.microsoft.com/office/drawing/2014/main" id="{2974B0D6-6AD4-A8DD-6661-138599325036}"/>
              </a:ext>
            </a:extLst>
          </p:cNvPr>
          <p:cNvSpPr txBox="1">
            <a:spLocks/>
          </p:cNvSpPr>
          <p:nvPr/>
        </p:nvSpPr>
        <p:spPr>
          <a:xfrm>
            <a:off x="436001" y="1450108"/>
            <a:ext cx="5659999" cy="4982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2200" b="1" dirty="0"/>
              <a:t>For each issue (“spoke”):</a:t>
            </a:r>
          </a:p>
          <a:p>
            <a:pPr marL="0" indent="0">
              <a:buFont typeface="Arial" panose="020B0604020202020204" pitchFamily="34" charset="0"/>
              <a:buNone/>
            </a:pPr>
            <a:r>
              <a:rPr lang="en-AU" sz="2200" b="1" dirty="0"/>
              <a:t>Discuss: </a:t>
            </a:r>
          </a:p>
          <a:p>
            <a:pPr>
              <a:buFontTx/>
              <a:buChar char="-"/>
            </a:pPr>
            <a:r>
              <a:rPr lang="en-AU" sz="2200" dirty="0"/>
              <a:t>What do you already know?</a:t>
            </a:r>
          </a:p>
          <a:p>
            <a:pPr>
              <a:buFontTx/>
              <a:buChar char="-"/>
            </a:pPr>
            <a:r>
              <a:rPr lang="en-AU" sz="2200" dirty="0"/>
              <a:t>Who do you need in the room?</a:t>
            </a:r>
          </a:p>
          <a:p>
            <a:pPr>
              <a:buFontTx/>
              <a:buChar char="-"/>
            </a:pPr>
            <a:r>
              <a:rPr lang="en-AU" sz="2200" dirty="0"/>
              <a:t>What do you need to know? Ask facilitators!</a:t>
            </a:r>
          </a:p>
          <a:p>
            <a:pPr marL="0" indent="0">
              <a:buNone/>
            </a:pPr>
            <a:endParaRPr lang="en-AU" sz="2200" dirty="0"/>
          </a:p>
          <a:p>
            <a:pPr marL="0" indent="0">
              <a:buNone/>
            </a:pPr>
            <a:r>
              <a:rPr lang="en-AU" sz="2200" b="1" dirty="0"/>
              <a:t>Write down on the leaves:</a:t>
            </a:r>
          </a:p>
          <a:p>
            <a:pPr>
              <a:buFontTx/>
              <a:buChar char="-"/>
            </a:pPr>
            <a:r>
              <a:rPr lang="en-AU" sz="2200" dirty="0"/>
              <a:t>What actions do we need to take? (</a:t>
            </a:r>
            <a:r>
              <a:rPr lang="en-AU" sz="2200" b="1" dirty="0">
                <a:solidFill>
                  <a:srgbClr val="00B050"/>
                </a:solidFill>
              </a:rPr>
              <a:t>green leaves</a:t>
            </a:r>
            <a:r>
              <a:rPr lang="en-AU" sz="2200" dirty="0"/>
              <a:t>)</a:t>
            </a:r>
          </a:p>
          <a:p>
            <a:pPr>
              <a:buFontTx/>
              <a:buChar char="-"/>
            </a:pPr>
            <a:r>
              <a:rPr lang="en-AU" sz="2200" dirty="0"/>
              <a:t>Who will do them? (</a:t>
            </a:r>
            <a:r>
              <a:rPr lang="en-AU" sz="2200" b="1" dirty="0">
                <a:solidFill>
                  <a:srgbClr val="FFC000"/>
                </a:solidFill>
              </a:rPr>
              <a:t>yellow leaves</a:t>
            </a:r>
            <a:r>
              <a:rPr lang="en-AU" sz="2200" dirty="0"/>
              <a:t>)</a:t>
            </a:r>
          </a:p>
          <a:p>
            <a:pPr>
              <a:buFontTx/>
              <a:buChar char="-"/>
            </a:pPr>
            <a:r>
              <a:rPr lang="en-AU" sz="2200" dirty="0"/>
              <a:t>How will they be done? (</a:t>
            </a:r>
            <a:r>
              <a:rPr lang="en-AU" sz="2200" b="1" dirty="0">
                <a:solidFill>
                  <a:schemeClr val="bg2">
                    <a:lumMod val="25000"/>
                  </a:schemeClr>
                </a:solidFill>
              </a:rPr>
              <a:t>brown leaves</a:t>
            </a:r>
            <a:r>
              <a:rPr lang="en-AU" sz="2200" dirty="0"/>
              <a:t>)</a:t>
            </a:r>
          </a:p>
          <a:p>
            <a:pPr>
              <a:buFontTx/>
              <a:buChar char="-"/>
            </a:pPr>
            <a:endParaRPr lang="en-AU" sz="2200" dirty="0"/>
          </a:p>
          <a:p>
            <a:pPr marL="0" indent="0">
              <a:buFont typeface="Arial" panose="020B0604020202020204" pitchFamily="34" charset="0"/>
              <a:buNone/>
            </a:pPr>
            <a:endParaRPr lang="en-AU" sz="2200" b="1" i="1" dirty="0"/>
          </a:p>
          <a:p>
            <a:pPr marL="0" indent="0">
              <a:buFont typeface="Arial" panose="020B0604020202020204" pitchFamily="34" charset="0"/>
              <a:buNone/>
            </a:pPr>
            <a:endParaRPr lang="en-AU" sz="2000" i="1" dirty="0"/>
          </a:p>
          <a:p>
            <a:pPr marL="0" indent="0">
              <a:buFont typeface="Arial" panose="020B0604020202020204" pitchFamily="34" charset="0"/>
              <a:buNone/>
            </a:pPr>
            <a:endParaRPr lang="en-AU" sz="2000" b="1" i="1" dirty="0"/>
          </a:p>
        </p:txBody>
      </p:sp>
      <p:sp>
        <p:nvSpPr>
          <p:cNvPr id="2" name="Title 1">
            <a:extLst>
              <a:ext uri="{FF2B5EF4-FFF2-40B4-BE49-F238E27FC236}">
                <a16:creationId xmlns:a16="http://schemas.microsoft.com/office/drawing/2014/main" id="{C3C56A67-141F-5781-2377-C3ECCA61CB48}"/>
              </a:ext>
            </a:extLst>
          </p:cNvPr>
          <p:cNvSpPr>
            <a:spLocks noGrp="1"/>
          </p:cNvSpPr>
          <p:nvPr>
            <p:ph type="title"/>
          </p:nvPr>
        </p:nvSpPr>
        <p:spPr>
          <a:xfrm>
            <a:off x="436001" y="52574"/>
            <a:ext cx="10651067" cy="1477328"/>
          </a:xfrm>
        </p:spPr>
        <p:txBody>
          <a:bodyPr/>
          <a:lstStyle/>
          <a:p>
            <a:r>
              <a:rPr lang="en-US" sz="4800" dirty="0">
                <a:solidFill>
                  <a:srgbClr val="E64626"/>
                </a:solidFill>
                <a:latin typeface="Times New Roman"/>
                <a:cs typeface="Times New Roman"/>
              </a:rPr>
              <a:t>Step 2: Identify a</a:t>
            </a:r>
            <a:r>
              <a:rPr lang="en-US" sz="4800" dirty="0"/>
              <a:t>ctions to take and how to take them</a:t>
            </a:r>
            <a:r>
              <a:rPr lang="en-US" sz="4800" dirty="0">
                <a:solidFill>
                  <a:srgbClr val="E64626"/>
                </a:solidFill>
                <a:latin typeface="Times New Roman"/>
                <a:cs typeface="Times New Roman"/>
              </a:rPr>
              <a:t> </a:t>
            </a:r>
            <a:endParaRPr lang="en-AU" sz="4800" dirty="0"/>
          </a:p>
        </p:txBody>
      </p:sp>
    </p:spTree>
    <p:extLst>
      <p:ext uri="{BB962C8B-B14F-4D97-AF65-F5344CB8AC3E}">
        <p14:creationId xmlns:p14="http://schemas.microsoft.com/office/powerpoint/2010/main" val="2511197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9B5D3-AEA3-D0D5-4D72-A1B421F8EBEE}"/>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AU" sz="4800" dirty="0">
              <a:latin typeface="Times New Roman" panose="02020603050405020304" pitchFamily="18" charset="0"/>
              <a:cs typeface="Times New Roman" panose="02020603050405020304" pitchFamily="18" charset="0"/>
            </a:endParaRPr>
          </a:p>
        </p:txBody>
      </p:sp>
      <p:pic>
        <p:nvPicPr>
          <p:cNvPr id="3" name="Picture 2" descr="A black and gold board with white labels&#10;&#10;Description automatically generated">
            <a:extLst>
              <a:ext uri="{FF2B5EF4-FFF2-40B4-BE49-F238E27FC236}">
                <a16:creationId xmlns:a16="http://schemas.microsoft.com/office/drawing/2014/main" id="{DBDEE743-3FC8-34AE-3662-3E50B76CCD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18890" y="1473798"/>
            <a:ext cx="6373110" cy="4779832"/>
          </a:xfrm>
          <a:prstGeom prst="rect">
            <a:avLst/>
          </a:prstGeom>
        </p:spPr>
      </p:pic>
      <p:sp>
        <p:nvSpPr>
          <p:cNvPr id="4" name="Content Placeholder 2">
            <a:extLst>
              <a:ext uri="{FF2B5EF4-FFF2-40B4-BE49-F238E27FC236}">
                <a16:creationId xmlns:a16="http://schemas.microsoft.com/office/drawing/2014/main" id="{725101B8-CD02-E677-B07C-954B73546063}"/>
              </a:ext>
            </a:extLst>
          </p:cNvPr>
          <p:cNvSpPr txBox="1">
            <a:spLocks/>
          </p:cNvSpPr>
          <p:nvPr/>
        </p:nvSpPr>
        <p:spPr>
          <a:xfrm>
            <a:off x="286068" y="1270747"/>
            <a:ext cx="5167131" cy="4982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arenR"/>
            </a:pPr>
            <a:r>
              <a:rPr lang="en-AU" sz="2000" b="1" dirty="0"/>
              <a:t>As a group, order the solutions from lowest to highest importance along the Y-axis</a:t>
            </a:r>
          </a:p>
          <a:p>
            <a:pPr marL="457200" indent="-457200">
              <a:buFont typeface="Arial" panose="020B0604020202020204" pitchFamily="34" charset="0"/>
              <a:buAutoNum type="arabicParenR"/>
            </a:pPr>
            <a:r>
              <a:rPr lang="en-AU" sz="2000" b="1" dirty="0"/>
              <a:t>Now, move the ordered solutions from lowest to highest feasibility along the X-axis</a:t>
            </a:r>
            <a:endParaRPr lang="en-AU" sz="2000" dirty="0"/>
          </a:p>
          <a:p>
            <a:pPr marL="0" indent="0">
              <a:buFont typeface="Arial" panose="020B0604020202020204" pitchFamily="34" charset="0"/>
              <a:buNone/>
            </a:pPr>
            <a:endParaRPr lang="en-AU" sz="2000" b="1" i="1" dirty="0">
              <a:solidFill>
                <a:schemeClr val="accent5"/>
              </a:solidFill>
            </a:endParaRPr>
          </a:p>
          <a:p>
            <a:pPr marL="0" indent="0">
              <a:buFont typeface="Arial" panose="020B0604020202020204" pitchFamily="34" charset="0"/>
              <a:buNone/>
            </a:pPr>
            <a:r>
              <a:rPr lang="en-AU" sz="2000" b="1" i="1" dirty="0">
                <a:solidFill>
                  <a:srgbClr val="7030A0"/>
                </a:solidFill>
              </a:rPr>
              <a:t>Note: Feasibility is a broad-brush estimate of cost and time, try not to get too “lost in the weeds”</a:t>
            </a:r>
          </a:p>
        </p:txBody>
      </p:sp>
      <p:cxnSp>
        <p:nvCxnSpPr>
          <p:cNvPr id="8" name="Straight Arrow Connector 7">
            <a:extLst>
              <a:ext uri="{FF2B5EF4-FFF2-40B4-BE49-F238E27FC236}">
                <a16:creationId xmlns:a16="http://schemas.microsoft.com/office/drawing/2014/main" id="{874016D3-934E-BC1E-B873-86B7AE1A358F}"/>
              </a:ext>
            </a:extLst>
          </p:cNvPr>
          <p:cNvCxnSpPr/>
          <p:nvPr/>
        </p:nvCxnSpPr>
        <p:spPr>
          <a:xfrm>
            <a:off x="8852170" y="2055813"/>
            <a:ext cx="0" cy="3829421"/>
          </a:xfrm>
          <a:prstGeom prst="straightConnector1">
            <a:avLst/>
          </a:prstGeom>
          <a:ln w="762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84C0A0D-68D4-C857-B57F-7486619D3846}"/>
              </a:ext>
            </a:extLst>
          </p:cNvPr>
          <p:cNvSpPr txBox="1"/>
          <p:nvPr/>
        </p:nvSpPr>
        <p:spPr>
          <a:xfrm>
            <a:off x="7947498" y="1491329"/>
            <a:ext cx="1809344"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HIGH IMPORTANCE</a:t>
            </a:r>
            <a:endParaRPr lang="en-AU" dirty="0"/>
          </a:p>
        </p:txBody>
      </p:sp>
      <p:sp>
        <p:nvSpPr>
          <p:cNvPr id="10" name="TextBox 9">
            <a:extLst>
              <a:ext uri="{FF2B5EF4-FFF2-40B4-BE49-F238E27FC236}">
                <a16:creationId xmlns:a16="http://schemas.microsoft.com/office/drawing/2014/main" id="{68AD428B-319C-23BD-A313-F1BBF2D8898E}"/>
              </a:ext>
            </a:extLst>
          </p:cNvPr>
          <p:cNvSpPr txBox="1"/>
          <p:nvPr/>
        </p:nvSpPr>
        <p:spPr>
          <a:xfrm>
            <a:off x="7947498" y="5404962"/>
            <a:ext cx="1809344"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LOW IMPORTANCE</a:t>
            </a:r>
            <a:endParaRPr lang="en-AU" dirty="0"/>
          </a:p>
        </p:txBody>
      </p:sp>
      <p:cxnSp>
        <p:nvCxnSpPr>
          <p:cNvPr id="11" name="Straight Arrow Connector 10">
            <a:extLst>
              <a:ext uri="{FF2B5EF4-FFF2-40B4-BE49-F238E27FC236}">
                <a16:creationId xmlns:a16="http://schemas.microsoft.com/office/drawing/2014/main" id="{88247C3A-8980-A46B-7BA6-A883B93E1DE1}"/>
              </a:ext>
            </a:extLst>
          </p:cNvPr>
          <p:cNvCxnSpPr>
            <a:cxnSpLocks/>
          </p:cNvCxnSpPr>
          <p:nvPr/>
        </p:nvCxnSpPr>
        <p:spPr>
          <a:xfrm>
            <a:off x="7092477" y="3932609"/>
            <a:ext cx="3693268" cy="0"/>
          </a:xfrm>
          <a:prstGeom prst="straightConnector1">
            <a:avLst/>
          </a:prstGeom>
          <a:ln w="76200">
            <a:solidFill>
              <a:schemeClr val="accent5">
                <a:lumMod val="60000"/>
                <a:lumOff val="40000"/>
              </a:schemeClr>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A639761-7CA5-68FA-C4E6-27BAF73C9A59}"/>
              </a:ext>
            </a:extLst>
          </p:cNvPr>
          <p:cNvSpPr txBox="1"/>
          <p:nvPr/>
        </p:nvSpPr>
        <p:spPr>
          <a:xfrm>
            <a:off x="10815609" y="3286278"/>
            <a:ext cx="1809344"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dirty="0"/>
              <a:t>HIGH FEASIBILITY</a:t>
            </a:r>
            <a:endParaRPr lang="en-AU" dirty="0"/>
          </a:p>
        </p:txBody>
      </p:sp>
      <p:sp>
        <p:nvSpPr>
          <p:cNvPr id="16" name="TextBox 15">
            <a:extLst>
              <a:ext uri="{FF2B5EF4-FFF2-40B4-BE49-F238E27FC236}">
                <a16:creationId xmlns:a16="http://schemas.microsoft.com/office/drawing/2014/main" id="{169585EB-E323-0137-2FB6-8AEA143F30F9}"/>
              </a:ext>
            </a:extLst>
          </p:cNvPr>
          <p:cNvSpPr txBox="1"/>
          <p:nvPr/>
        </p:nvSpPr>
        <p:spPr>
          <a:xfrm>
            <a:off x="5775085" y="3196080"/>
            <a:ext cx="1809344"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dirty="0"/>
              <a:t>LOW FEASIBILITY</a:t>
            </a:r>
            <a:endParaRPr lang="en-AU" dirty="0"/>
          </a:p>
        </p:txBody>
      </p:sp>
      <p:sp>
        <p:nvSpPr>
          <p:cNvPr id="5" name="Title 4">
            <a:extLst>
              <a:ext uri="{FF2B5EF4-FFF2-40B4-BE49-F238E27FC236}">
                <a16:creationId xmlns:a16="http://schemas.microsoft.com/office/drawing/2014/main" id="{37EB49B4-BA45-B50F-ABB9-1057ECFE40E9}"/>
              </a:ext>
            </a:extLst>
          </p:cNvPr>
          <p:cNvSpPr>
            <a:spLocks noGrp="1"/>
          </p:cNvSpPr>
          <p:nvPr>
            <p:ph type="title"/>
          </p:nvPr>
        </p:nvSpPr>
        <p:spPr>
          <a:xfrm>
            <a:off x="436001" y="51105"/>
            <a:ext cx="10651067" cy="738664"/>
          </a:xfrm>
        </p:spPr>
        <p:txBody>
          <a:bodyPr/>
          <a:lstStyle/>
          <a:p>
            <a:r>
              <a:rPr lang="en-US" sz="4800" dirty="0">
                <a:latin typeface="Times New Roman" panose="02020603050405020304" pitchFamily="18" charset="0"/>
                <a:cs typeface="Times New Roman" panose="02020603050405020304" pitchFamily="18" charset="0"/>
              </a:rPr>
              <a:t>Step 3: </a:t>
            </a:r>
            <a:r>
              <a:rPr lang="en-US" sz="4800" dirty="0" err="1">
                <a:latin typeface="Times New Roman" panose="02020603050405020304" pitchFamily="18" charset="0"/>
                <a:cs typeface="Times New Roman" panose="02020603050405020304" pitchFamily="18" charset="0"/>
              </a:rPr>
              <a:t>prioritisation</a:t>
            </a:r>
            <a:r>
              <a:rPr lang="en-US" sz="4800" dirty="0">
                <a:latin typeface="Times New Roman" panose="02020603050405020304" pitchFamily="18" charset="0"/>
                <a:cs typeface="Times New Roman" panose="02020603050405020304" pitchFamily="18" charset="0"/>
              </a:rPr>
              <a:t> (30 mins) </a:t>
            </a:r>
            <a:endParaRPr lang="en-AU" sz="4800" dirty="0"/>
          </a:p>
        </p:txBody>
      </p:sp>
    </p:spTree>
    <p:extLst>
      <p:ext uri="{BB962C8B-B14F-4D97-AF65-F5344CB8AC3E}">
        <p14:creationId xmlns:p14="http://schemas.microsoft.com/office/powerpoint/2010/main" val="267257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5BFAD-5FD0-4724-F99B-CE5E1302F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86160-1CA3-78BE-5E36-1B531CF4857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AU" dirty="0"/>
          </a:p>
        </p:txBody>
      </p:sp>
      <p:sp>
        <p:nvSpPr>
          <p:cNvPr id="4" name="Content Placeholder 2">
            <a:extLst>
              <a:ext uri="{FF2B5EF4-FFF2-40B4-BE49-F238E27FC236}">
                <a16:creationId xmlns:a16="http://schemas.microsoft.com/office/drawing/2014/main" id="{232BAD28-5B3F-9263-2723-273864E519C1}"/>
              </a:ext>
            </a:extLst>
          </p:cNvPr>
          <p:cNvSpPr txBox="1">
            <a:spLocks/>
          </p:cNvSpPr>
          <p:nvPr/>
        </p:nvSpPr>
        <p:spPr>
          <a:xfrm>
            <a:off x="436001" y="1602866"/>
            <a:ext cx="5167131" cy="4982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arenR"/>
            </a:pPr>
            <a:r>
              <a:rPr lang="en-AU" sz="2000" dirty="0"/>
              <a:t>As a group, order the </a:t>
            </a:r>
            <a:r>
              <a:rPr lang="en-AU" sz="2000" dirty="0" err="1"/>
              <a:t>post-its</a:t>
            </a:r>
            <a:r>
              <a:rPr lang="en-AU" sz="2000" dirty="0"/>
              <a:t> with action statements from lowest to highest importance along the Y-axis</a:t>
            </a:r>
          </a:p>
        </p:txBody>
      </p:sp>
      <p:pic>
        <p:nvPicPr>
          <p:cNvPr id="5" name="Picture 4">
            <a:extLst>
              <a:ext uri="{FF2B5EF4-FFF2-40B4-BE49-F238E27FC236}">
                <a16:creationId xmlns:a16="http://schemas.microsoft.com/office/drawing/2014/main" id="{6C25D21A-3081-3875-FF47-44568CBDA3A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231923" y="1686203"/>
            <a:ext cx="4171468" cy="4445424"/>
          </a:xfrm>
          <a:prstGeom prst="rect">
            <a:avLst/>
          </a:prstGeom>
        </p:spPr>
      </p:pic>
      <p:grpSp>
        <p:nvGrpSpPr>
          <p:cNvPr id="6" name="Group 5">
            <a:extLst>
              <a:ext uri="{FF2B5EF4-FFF2-40B4-BE49-F238E27FC236}">
                <a16:creationId xmlns:a16="http://schemas.microsoft.com/office/drawing/2014/main" id="{54D19AEC-3FB7-FACD-EB3A-781A1400A7A9}"/>
              </a:ext>
            </a:extLst>
          </p:cNvPr>
          <p:cNvGrpSpPr/>
          <p:nvPr/>
        </p:nvGrpSpPr>
        <p:grpSpPr>
          <a:xfrm>
            <a:off x="6037609" y="1039884"/>
            <a:ext cx="2003658" cy="5414908"/>
            <a:chOff x="6037609" y="1039884"/>
            <a:chExt cx="2003658" cy="5414908"/>
          </a:xfrm>
        </p:grpSpPr>
        <p:sp>
          <p:nvSpPr>
            <p:cNvPr id="9" name="TextBox 8">
              <a:extLst>
                <a:ext uri="{FF2B5EF4-FFF2-40B4-BE49-F238E27FC236}">
                  <a16:creationId xmlns:a16="http://schemas.microsoft.com/office/drawing/2014/main" id="{37F3B219-6E68-79CB-B50D-8237F8F43E28}"/>
                </a:ext>
              </a:extLst>
            </p:cNvPr>
            <p:cNvSpPr txBox="1"/>
            <p:nvPr/>
          </p:nvSpPr>
          <p:spPr>
            <a:xfrm>
              <a:off x="6037609" y="1039884"/>
              <a:ext cx="1809344"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HIGH IMPORTANCE</a:t>
              </a:r>
              <a:endParaRPr lang="en-AU" dirty="0"/>
            </a:p>
          </p:txBody>
        </p:sp>
        <p:sp>
          <p:nvSpPr>
            <p:cNvPr id="10" name="TextBox 9">
              <a:extLst>
                <a:ext uri="{FF2B5EF4-FFF2-40B4-BE49-F238E27FC236}">
                  <a16:creationId xmlns:a16="http://schemas.microsoft.com/office/drawing/2014/main" id="{C872B683-599D-90E3-2CCD-55DDF2B28030}"/>
                </a:ext>
              </a:extLst>
            </p:cNvPr>
            <p:cNvSpPr txBox="1"/>
            <p:nvPr/>
          </p:nvSpPr>
          <p:spPr>
            <a:xfrm>
              <a:off x="6231923" y="5808461"/>
              <a:ext cx="1809344"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LOW IMPORTANCE</a:t>
              </a:r>
              <a:endParaRPr lang="en-AU" dirty="0"/>
            </a:p>
          </p:txBody>
        </p:sp>
        <p:cxnSp>
          <p:nvCxnSpPr>
            <p:cNvPr id="8" name="Straight Arrow Connector 7">
              <a:extLst>
                <a:ext uri="{FF2B5EF4-FFF2-40B4-BE49-F238E27FC236}">
                  <a16:creationId xmlns:a16="http://schemas.microsoft.com/office/drawing/2014/main" id="{6E8A9FC4-EBF4-8435-AE83-F9AE33A98577}"/>
                </a:ext>
              </a:extLst>
            </p:cNvPr>
            <p:cNvCxnSpPr/>
            <p:nvPr/>
          </p:nvCxnSpPr>
          <p:spPr>
            <a:xfrm>
              <a:off x="6436348" y="1931311"/>
              <a:ext cx="0" cy="3829421"/>
            </a:xfrm>
            <a:prstGeom prst="straightConnector1">
              <a:avLst/>
            </a:prstGeom>
            <a:ln w="762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pic>
        <p:nvPicPr>
          <p:cNvPr id="21" name="Picture 20">
            <a:extLst>
              <a:ext uri="{FF2B5EF4-FFF2-40B4-BE49-F238E27FC236}">
                <a16:creationId xmlns:a16="http://schemas.microsoft.com/office/drawing/2014/main" id="{5D7B6714-EED6-E46C-E96A-068CE823B0C5}"/>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550642" y="2055813"/>
            <a:ext cx="1991492" cy="3429478"/>
          </a:xfrm>
          <a:prstGeom prst="rect">
            <a:avLst/>
          </a:prstGeom>
        </p:spPr>
      </p:pic>
      <p:pic>
        <p:nvPicPr>
          <p:cNvPr id="22" name="Picture 21">
            <a:extLst>
              <a:ext uri="{FF2B5EF4-FFF2-40B4-BE49-F238E27FC236}">
                <a16:creationId xmlns:a16="http://schemas.microsoft.com/office/drawing/2014/main" id="{EB1B5794-08F0-ABFA-5311-8F18DD2ACAE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87008" y="2018132"/>
            <a:ext cx="1991492" cy="3429478"/>
          </a:xfrm>
          <a:prstGeom prst="rect">
            <a:avLst/>
          </a:prstGeom>
        </p:spPr>
      </p:pic>
      <p:grpSp>
        <p:nvGrpSpPr>
          <p:cNvPr id="23" name="Group 22">
            <a:extLst>
              <a:ext uri="{FF2B5EF4-FFF2-40B4-BE49-F238E27FC236}">
                <a16:creationId xmlns:a16="http://schemas.microsoft.com/office/drawing/2014/main" id="{3C076ADD-E3E6-B42B-1EC2-C3FB11D4F024}"/>
              </a:ext>
            </a:extLst>
          </p:cNvPr>
          <p:cNvGrpSpPr/>
          <p:nvPr/>
        </p:nvGrpSpPr>
        <p:grpSpPr>
          <a:xfrm>
            <a:off x="6104503" y="2140129"/>
            <a:ext cx="1262474" cy="3741095"/>
            <a:chOff x="6104503" y="2140129"/>
            <a:chExt cx="1262474" cy="3741095"/>
          </a:xfrm>
        </p:grpSpPr>
        <p:pic>
          <p:nvPicPr>
            <p:cNvPr id="19" name="Picture 18">
              <a:extLst>
                <a:ext uri="{FF2B5EF4-FFF2-40B4-BE49-F238E27FC236}">
                  <a16:creationId xmlns:a16="http://schemas.microsoft.com/office/drawing/2014/main" id="{320F65A5-17CB-9AA7-4751-A67E8B4D334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124858" y="2181875"/>
              <a:ext cx="826872" cy="801128"/>
            </a:xfrm>
            <a:prstGeom prst="rect">
              <a:avLst/>
            </a:prstGeom>
          </p:spPr>
        </p:pic>
        <p:pic>
          <p:nvPicPr>
            <p:cNvPr id="18" name="Picture 17">
              <a:extLst>
                <a:ext uri="{FF2B5EF4-FFF2-40B4-BE49-F238E27FC236}">
                  <a16:creationId xmlns:a16="http://schemas.microsoft.com/office/drawing/2014/main" id="{B4F9A9B8-CDC1-EDBF-D653-449E764BA7E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115409" y="4428591"/>
              <a:ext cx="826872" cy="801128"/>
            </a:xfrm>
            <a:prstGeom prst="rect">
              <a:avLst/>
            </a:prstGeom>
          </p:spPr>
        </p:pic>
        <p:pic>
          <p:nvPicPr>
            <p:cNvPr id="3" name="Picture 2">
              <a:extLst>
                <a:ext uri="{FF2B5EF4-FFF2-40B4-BE49-F238E27FC236}">
                  <a16:creationId xmlns:a16="http://schemas.microsoft.com/office/drawing/2014/main" id="{CAE8C93E-B04B-EB9F-097C-B34C6F5FCC00}"/>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104503" y="5107286"/>
              <a:ext cx="756356" cy="773938"/>
            </a:xfrm>
            <a:prstGeom prst="rect">
              <a:avLst/>
            </a:prstGeom>
          </p:spPr>
        </p:pic>
        <p:pic>
          <p:nvPicPr>
            <p:cNvPr id="13" name="Picture 12">
              <a:extLst>
                <a:ext uri="{FF2B5EF4-FFF2-40B4-BE49-F238E27FC236}">
                  <a16:creationId xmlns:a16="http://schemas.microsoft.com/office/drawing/2014/main" id="{3B25E9D9-2E59-EEF0-041F-63440E2EB8E2}"/>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126244" y="3712265"/>
              <a:ext cx="722490" cy="745063"/>
            </a:xfrm>
            <a:prstGeom prst="rect">
              <a:avLst/>
            </a:prstGeom>
          </p:spPr>
        </p:pic>
        <p:pic>
          <p:nvPicPr>
            <p:cNvPr id="15" name="Picture 14">
              <a:extLst>
                <a:ext uri="{FF2B5EF4-FFF2-40B4-BE49-F238E27FC236}">
                  <a16:creationId xmlns:a16="http://schemas.microsoft.com/office/drawing/2014/main" id="{08C56264-B74D-E461-4C5C-CE5AE9AD10A5}"/>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6642055" y="2140129"/>
              <a:ext cx="724922" cy="760531"/>
            </a:xfrm>
            <a:prstGeom prst="rect">
              <a:avLst/>
            </a:prstGeom>
          </p:spPr>
        </p:pic>
        <p:pic>
          <p:nvPicPr>
            <p:cNvPr id="17" name="Picture 16">
              <a:extLst>
                <a:ext uri="{FF2B5EF4-FFF2-40B4-BE49-F238E27FC236}">
                  <a16:creationId xmlns:a16="http://schemas.microsoft.com/office/drawing/2014/main" id="{E018A11F-917D-0680-51E6-0E51D5938655}"/>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6134647" y="3048734"/>
              <a:ext cx="724922" cy="760531"/>
            </a:xfrm>
            <a:prstGeom prst="rect">
              <a:avLst/>
            </a:prstGeom>
          </p:spPr>
        </p:pic>
      </p:grpSp>
      <p:sp>
        <p:nvSpPr>
          <p:cNvPr id="7" name="Title 6">
            <a:extLst>
              <a:ext uri="{FF2B5EF4-FFF2-40B4-BE49-F238E27FC236}">
                <a16:creationId xmlns:a16="http://schemas.microsoft.com/office/drawing/2014/main" id="{4D015C83-721A-FCCB-B100-1F4F1D7A1290}"/>
              </a:ext>
            </a:extLst>
          </p:cNvPr>
          <p:cNvSpPr>
            <a:spLocks noGrp="1"/>
          </p:cNvSpPr>
          <p:nvPr>
            <p:ph type="title"/>
          </p:nvPr>
        </p:nvSpPr>
        <p:spPr>
          <a:xfrm>
            <a:off x="277598" y="-17727"/>
            <a:ext cx="10651067" cy="738664"/>
          </a:xfrm>
        </p:spPr>
        <p:txBody>
          <a:bodyPr/>
          <a:lstStyle/>
          <a:p>
            <a:r>
              <a:rPr lang="en-US" sz="4800" dirty="0"/>
              <a:t>Step 3: </a:t>
            </a:r>
            <a:r>
              <a:rPr lang="en-US" sz="4800" dirty="0" err="1"/>
              <a:t>prioritisation</a:t>
            </a:r>
            <a:r>
              <a:rPr lang="en-US" sz="4800" dirty="0"/>
              <a:t> </a:t>
            </a:r>
            <a:endParaRPr lang="en-AU" sz="4800" dirty="0"/>
          </a:p>
        </p:txBody>
      </p:sp>
    </p:spTree>
    <p:extLst>
      <p:ext uri="{BB962C8B-B14F-4D97-AF65-F5344CB8AC3E}">
        <p14:creationId xmlns:p14="http://schemas.microsoft.com/office/powerpoint/2010/main" val="1201811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816A5-5F01-650E-F4A8-219D54A5A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C29A0-54A2-A181-21B1-AAE19EAF9E9C}"/>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AU" dirty="0"/>
          </a:p>
        </p:txBody>
      </p:sp>
      <p:sp>
        <p:nvSpPr>
          <p:cNvPr id="4" name="Content Placeholder 2">
            <a:extLst>
              <a:ext uri="{FF2B5EF4-FFF2-40B4-BE49-F238E27FC236}">
                <a16:creationId xmlns:a16="http://schemas.microsoft.com/office/drawing/2014/main" id="{95EEBD55-E697-0EDE-7BC2-D108D36E7892}"/>
              </a:ext>
            </a:extLst>
          </p:cNvPr>
          <p:cNvSpPr txBox="1">
            <a:spLocks/>
          </p:cNvSpPr>
          <p:nvPr/>
        </p:nvSpPr>
        <p:spPr>
          <a:xfrm>
            <a:off x="336923" y="1349213"/>
            <a:ext cx="5167131" cy="4982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arenR"/>
            </a:pPr>
            <a:r>
              <a:rPr lang="en-AU" sz="2000" dirty="0"/>
              <a:t>As a group, order the </a:t>
            </a:r>
            <a:r>
              <a:rPr lang="en-AU" sz="2000" dirty="0" err="1"/>
              <a:t>post-its</a:t>
            </a:r>
            <a:r>
              <a:rPr lang="en-AU" sz="2000" dirty="0"/>
              <a:t> with action statements from lowest to highest importance along the Y-axis</a:t>
            </a:r>
          </a:p>
          <a:p>
            <a:pPr marL="457200" indent="-457200">
              <a:buFont typeface="Arial" panose="020B0604020202020204" pitchFamily="34" charset="0"/>
              <a:buAutoNum type="arabicParenR"/>
            </a:pPr>
            <a:r>
              <a:rPr lang="en-AU" sz="2000" dirty="0"/>
              <a:t>Now, move the ordered solutions from lowest to highest feasibility along the X-axis</a:t>
            </a:r>
          </a:p>
          <a:p>
            <a:pPr marL="0" indent="0">
              <a:buFont typeface="Arial" panose="020B0604020202020204" pitchFamily="34" charset="0"/>
              <a:buNone/>
            </a:pPr>
            <a:endParaRPr lang="en-AU" sz="2000" b="1" i="1" dirty="0">
              <a:solidFill>
                <a:schemeClr val="accent5"/>
              </a:solidFill>
            </a:endParaRPr>
          </a:p>
          <a:p>
            <a:pPr marL="0" indent="0">
              <a:buFont typeface="Arial" panose="020B0604020202020204" pitchFamily="34" charset="0"/>
              <a:buNone/>
            </a:pPr>
            <a:r>
              <a:rPr lang="en-AU" sz="2000" b="1" i="1" dirty="0">
                <a:solidFill>
                  <a:srgbClr val="7030A0"/>
                </a:solidFill>
              </a:rPr>
              <a:t>Note: Feasibility is a broad-brush estimate of cost and time, try not to get too “lost in the weeds”</a:t>
            </a:r>
          </a:p>
        </p:txBody>
      </p:sp>
      <p:pic>
        <p:nvPicPr>
          <p:cNvPr id="5" name="Picture 4">
            <a:extLst>
              <a:ext uri="{FF2B5EF4-FFF2-40B4-BE49-F238E27FC236}">
                <a16:creationId xmlns:a16="http://schemas.microsoft.com/office/drawing/2014/main" id="{378DDB7B-4BB0-01A5-64A2-12E781AFF70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231923" y="1686203"/>
            <a:ext cx="4171468" cy="4445424"/>
          </a:xfrm>
          <a:prstGeom prst="rect">
            <a:avLst/>
          </a:prstGeom>
        </p:spPr>
      </p:pic>
      <p:grpSp>
        <p:nvGrpSpPr>
          <p:cNvPr id="7" name="Group 6">
            <a:extLst>
              <a:ext uri="{FF2B5EF4-FFF2-40B4-BE49-F238E27FC236}">
                <a16:creationId xmlns:a16="http://schemas.microsoft.com/office/drawing/2014/main" id="{BB646B0B-8FEE-996E-7E4B-3C7181352753}"/>
              </a:ext>
            </a:extLst>
          </p:cNvPr>
          <p:cNvGrpSpPr/>
          <p:nvPr/>
        </p:nvGrpSpPr>
        <p:grpSpPr>
          <a:xfrm>
            <a:off x="4512711" y="5366310"/>
            <a:ext cx="7675152" cy="717588"/>
            <a:chOff x="4512711" y="5366310"/>
            <a:chExt cx="7675152" cy="717588"/>
          </a:xfrm>
        </p:grpSpPr>
        <p:sp>
          <p:nvSpPr>
            <p:cNvPr id="16" name="TextBox 15">
              <a:extLst>
                <a:ext uri="{FF2B5EF4-FFF2-40B4-BE49-F238E27FC236}">
                  <a16:creationId xmlns:a16="http://schemas.microsoft.com/office/drawing/2014/main" id="{556CC1BB-3C46-060C-27ED-0E677AE1038A}"/>
                </a:ext>
              </a:extLst>
            </p:cNvPr>
            <p:cNvSpPr txBox="1"/>
            <p:nvPr/>
          </p:nvSpPr>
          <p:spPr>
            <a:xfrm>
              <a:off x="4512711" y="5437567"/>
              <a:ext cx="1809344"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a:t>LOW FEASIBILITY</a:t>
              </a:r>
              <a:endParaRPr lang="en-AU" dirty="0"/>
            </a:p>
          </p:txBody>
        </p:sp>
        <p:sp>
          <p:nvSpPr>
            <p:cNvPr id="14" name="TextBox 13">
              <a:extLst>
                <a:ext uri="{FF2B5EF4-FFF2-40B4-BE49-F238E27FC236}">
                  <a16:creationId xmlns:a16="http://schemas.microsoft.com/office/drawing/2014/main" id="{E1C38E60-71A5-E62D-DD79-B5C68ACCFFA4}"/>
                </a:ext>
              </a:extLst>
            </p:cNvPr>
            <p:cNvSpPr txBox="1"/>
            <p:nvPr/>
          </p:nvSpPr>
          <p:spPr>
            <a:xfrm>
              <a:off x="10378519" y="5366310"/>
              <a:ext cx="1809344" cy="64633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dirty="0"/>
                <a:t>HIGH FEASIBILITY</a:t>
              </a:r>
              <a:endParaRPr lang="en-AU" dirty="0"/>
            </a:p>
          </p:txBody>
        </p:sp>
        <p:cxnSp>
          <p:nvCxnSpPr>
            <p:cNvPr id="11" name="Straight Arrow Connector 10">
              <a:extLst>
                <a:ext uri="{FF2B5EF4-FFF2-40B4-BE49-F238E27FC236}">
                  <a16:creationId xmlns:a16="http://schemas.microsoft.com/office/drawing/2014/main" id="{0653F1B5-77AD-56F6-6D65-F220168CAD2B}"/>
                </a:ext>
              </a:extLst>
            </p:cNvPr>
            <p:cNvCxnSpPr>
              <a:cxnSpLocks/>
            </p:cNvCxnSpPr>
            <p:nvPr/>
          </p:nvCxnSpPr>
          <p:spPr>
            <a:xfrm>
              <a:off x="6599160" y="5689475"/>
              <a:ext cx="3693268" cy="0"/>
            </a:xfrm>
            <a:prstGeom prst="straightConnector1">
              <a:avLst/>
            </a:prstGeom>
            <a:ln w="76200">
              <a:solidFill>
                <a:schemeClr val="accent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B2FA6798-E970-DBAC-3041-741544E2CFDA}"/>
              </a:ext>
            </a:extLst>
          </p:cNvPr>
          <p:cNvGrpSpPr/>
          <p:nvPr/>
        </p:nvGrpSpPr>
        <p:grpSpPr>
          <a:xfrm>
            <a:off x="6037609" y="1039884"/>
            <a:ext cx="2003658" cy="5414908"/>
            <a:chOff x="6037609" y="1039884"/>
            <a:chExt cx="2003658" cy="5414908"/>
          </a:xfrm>
        </p:grpSpPr>
        <p:sp>
          <p:nvSpPr>
            <p:cNvPr id="9" name="TextBox 8">
              <a:extLst>
                <a:ext uri="{FF2B5EF4-FFF2-40B4-BE49-F238E27FC236}">
                  <a16:creationId xmlns:a16="http://schemas.microsoft.com/office/drawing/2014/main" id="{5AD814E1-E33A-68E6-21F3-59A679B0F9AC}"/>
                </a:ext>
              </a:extLst>
            </p:cNvPr>
            <p:cNvSpPr txBox="1"/>
            <p:nvPr/>
          </p:nvSpPr>
          <p:spPr>
            <a:xfrm>
              <a:off x="6037609" y="1039884"/>
              <a:ext cx="1809344"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dirty="0"/>
                <a:t>HIGH IMPORTANCE</a:t>
              </a:r>
              <a:endParaRPr lang="en-AU" dirty="0"/>
            </a:p>
          </p:txBody>
        </p:sp>
        <p:sp>
          <p:nvSpPr>
            <p:cNvPr id="10" name="TextBox 9">
              <a:extLst>
                <a:ext uri="{FF2B5EF4-FFF2-40B4-BE49-F238E27FC236}">
                  <a16:creationId xmlns:a16="http://schemas.microsoft.com/office/drawing/2014/main" id="{EF2F7F34-2AC1-D7C2-1285-C823E3D49BC5}"/>
                </a:ext>
              </a:extLst>
            </p:cNvPr>
            <p:cNvSpPr txBox="1"/>
            <p:nvPr/>
          </p:nvSpPr>
          <p:spPr>
            <a:xfrm>
              <a:off x="6231923" y="5808461"/>
              <a:ext cx="1809344"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dirty="0"/>
                <a:t>LOW IMPORTANCE</a:t>
              </a:r>
              <a:endParaRPr lang="en-AU" dirty="0"/>
            </a:p>
          </p:txBody>
        </p:sp>
        <p:cxnSp>
          <p:nvCxnSpPr>
            <p:cNvPr id="8" name="Straight Arrow Connector 7">
              <a:extLst>
                <a:ext uri="{FF2B5EF4-FFF2-40B4-BE49-F238E27FC236}">
                  <a16:creationId xmlns:a16="http://schemas.microsoft.com/office/drawing/2014/main" id="{772DB4B1-CF4C-3EA6-9111-CE64C2A01E03}"/>
                </a:ext>
              </a:extLst>
            </p:cNvPr>
            <p:cNvCxnSpPr/>
            <p:nvPr/>
          </p:nvCxnSpPr>
          <p:spPr>
            <a:xfrm>
              <a:off x="6436348" y="1931311"/>
              <a:ext cx="0" cy="3829421"/>
            </a:xfrm>
            <a:prstGeom prst="straightConnector1">
              <a:avLst/>
            </a:prstGeom>
            <a:ln w="76200">
              <a:headEnd type="triangle" w="med" len="med"/>
              <a:tailEnd type="triangle" w="med" len="med"/>
            </a:ln>
          </p:spPr>
          <p:style>
            <a:lnRef idx="1">
              <a:schemeClr val="accent1"/>
            </a:lnRef>
            <a:fillRef idx="3">
              <a:schemeClr val="accent1"/>
            </a:fillRef>
            <a:effectRef idx="2">
              <a:schemeClr val="accent1"/>
            </a:effectRef>
            <a:fontRef idx="minor">
              <a:schemeClr val="lt1"/>
            </a:fontRef>
          </p:style>
        </p:cxnSp>
      </p:grpSp>
      <p:grpSp>
        <p:nvGrpSpPr>
          <p:cNvPr id="25" name="Group 24">
            <a:extLst>
              <a:ext uri="{FF2B5EF4-FFF2-40B4-BE49-F238E27FC236}">
                <a16:creationId xmlns:a16="http://schemas.microsoft.com/office/drawing/2014/main" id="{E698160F-B136-66B2-D5CC-53CE0C901B06}"/>
              </a:ext>
            </a:extLst>
          </p:cNvPr>
          <p:cNvGrpSpPr/>
          <p:nvPr/>
        </p:nvGrpSpPr>
        <p:grpSpPr>
          <a:xfrm>
            <a:off x="6104503" y="1975342"/>
            <a:ext cx="4187925" cy="3905882"/>
            <a:chOff x="6104503" y="1975342"/>
            <a:chExt cx="4187925" cy="3905882"/>
          </a:xfrm>
        </p:grpSpPr>
        <p:grpSp>
          <p:nvGrpSpPr>
            <p:cNvPr id="17" name="Group 16">
              <a:extLst>
                <a:ext uri="{FF2B5EF4-FFF2-40B4-BE49-F238E27FC236}">
                  <a16:creationId xmlns:a16="http://schemas.microsoft.com/office/drawing/2014/main" id="{0CC888D3-4451-B6C3-D0F9-40898BC0CF1E}"/>
                </a:ext>
              </a:extLst>
            </p:cNvPr>
            <p:cNvGrpSpPr/>
            <p:nvPr/>
          </p:nvGrpSpPr>
          <p:grpSpPr>
            <a:xfrm>
              <a:off x="6550642" y="1975342"/>
              <a:ext cx="3741786" cy="3509949"/>
              <a:chOff x="6550642" y="1975342"/>
              <a:chExt cx="3741786" cy="3509949"/>
            </a:xfrm>
          </p:grpSpPr>
          <p:pic>
            <p:nvPicPr>
              <p:cNvPr id="13" name="Picture 12">
                <a:extLst>
                  <a:ext uri="{FF2B5EF4-FFF2-40B4-BE49-F238E27FC236}">
                    <a16:creationId xmlns:a16="http://schemas.microsoft.com/office/drawing/2014/main" id="{475A3BBE-77C1-C4DF-685F-EAEA4EAFDDC9}"/>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550642" y="2055813"/>
                <a:ext cx="1991492" cy="3429478"/>
              </a:xfrm>
              <a:prstGeom prst="rect">
                <a:avLst/>
              </a:prstGeom>
            </p:spPr>
          </p:pic>
          <p:pic>
            <p:nvPicPr>
              <p:cNvPr id="15" name="Picture 14">
                <a:extLst>
                  <a:ext uri="{FF2B5EF4-FFF2-40B4-BE49-F238E27FC236}">
                    <a16:creationId xmlns:a16="http://schemas.microsoft.com/office/drawing/2014/main" id="{5B2BADF0-426D-EDE5-A841-90AB4FE18F0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300936" y="1975342"/>
                <a:ext cx="1991492" cy="3429478"/>
              </a:xfrm>
              <a:prstGeom prst="rect">
                <a:avLst/>
              </a:prstGeom>
            </p:spPr>
          </p:pic>
        </p:grpSp>
        <p:grpSp>
          <p:nvGrpSpPr>
            <p:cNvPr id="18" name="Group 17">
              <a:extLst>
                <a:ext uri="{FF2B5EF4-FFF2-40B4-BE49-F238E27FC236}">
                  <a16:creationId xmlns:a16="http://schemas.microsoft.com/office/drawing/2014/main" id="{1D2D6B13-53FA-667B-713E-5B8627E255FC}"/>
                </a:ext>
              </a:extLst>
            </p:cNvPr>
            <p:cNvGrpSpPr/>
            <p:nvPr/>
          </p:nvGrpSpPr>
          <p:grpSpPr>
            <a:xfrm>
              <a:off x="6104503" y="2140129"/>
              <a:ext cx="1262474" cy="3741095"/>
              <a:chOff x="6104503" y="2140129"/>
              <a:chExt cx="1262474" cy="3741095"/>
            </a:xfrm>
          </p:grpSpPr>
          <p:pic>
            <p:nvPicPr>
              <p:cNvPr id="19" name="Picture 18">
                <a:extLst>
                  <a:ext uri="{FF2B5EF4-FFF2-40B4-BE49-F238E27FC236}">
                    <a16:creationId xmlns:a16="http://schemas.microsoft.com/office/drawing/2014/main" id="{B97CD266-4A75-961E-8A61-8B0A4842ADD1}"/>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124858" y="2181875"/>
                <a:ext cx="826872" cy="801128"/>
              </a:xfrm>
              <a:prstGeom prst="rect">
                <a:avLst/>
              </a:prstGeom>
            </p:spPr>
          </p:pic>
          <p:pic>
            <p:nvPicPr>
              <p:cNvPr id="20" name="Picture 19">
                <a:extLst>
                  <a:ext uri="{FF2B5EF4-FFF2-40B4-BE49-F238E27FC236}">
                    <a16:creationId xmlns:a16="http://schemas.microsoft.com/office/drawing/2014/main" id="{6A06E39D-C0CB-2F9E-54B0-1B2A58F9357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115409" y="4428591"/>
                <a:ext cx="826872" cy="801128"/>
              </a:xfrm>
              <a:prstGeom prst="rect">
                <a:avLst/>
              </a:prstGeom>
            </p:spPr>
          </p:pic>
          <p:pic>
            <p:nvPicPr>
              <p:cNvPr id="21" name="Picture 20">
                <a:extLst>
                  <a:ext uri="{FF2B5EF4-FFF2-40B4-BE49-F238E27FC236}">
                    <a16:creationId xmlns:a16="http://schemas.microsoft.com/office/drawing/2014/main" id="{34936C26-85BF-CD7A-852A-C4D23D0ACB1D}"/>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104503" y="5107286"/>
                <a:ext cx="756356" cy="773938"/>
              </a:xfrm>
              <a:prstGeom prst="rect">
                <a:avLst/>
              </a:prstGeom>
            </p:spPr>
          </p:pic>
          <p:pic>
            <p:nvPicPr>
              <p:cNvPr id="22" name="Picture 21">
                <a:extLst>
                  <a:ext uri="{FF2B5EF4-FFF2-40B4-BE49-F238E27FC236}">
                    <a16:creationId xmlns:a16="http://schemas.microsoft.com/office/drawing/2014/main" id="{0512AF23-E75E-3F03-E96B-0718AFB5D4AB}"/>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126244" y="3712265"/>
                <a:ext cx="722490" cy="745063"/>
              </a:xfrm>
              <a:prstGeom prst="rect">
                <a:avLst/>
              </a:prstGeom>
            </p:spPr>
          </p:pic>
          <p:pic>
            <p:nvPicPr>
              <p:cNvPr id="23" name="Picture 22">
                <a:extLst>
                  <a:ext uri="{FF2B5EF4-FFF2-40B4-BE49-F238E27FC236}">
                    <a16:creationId xmlns:a16="http://schemas.microsoft.com/office/drawing/2014/main" id="{F1180F24-5C70-CD98-A1D1-A3F438EFA271}"/>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642055" y="2140129"/>
                <a:ext cx="724922" cy="760531"/>
              </a:xfrm>
              <a:prstGeom prst="rect">
                <a:avLst/>
              </a:prstGeom>
            </p:spPr>
          </p:pic>
          <p:pic>
            <p:nvPicPr>
              <p:cNvPr id="24" name="Picture 23">
                <a:extLst>
                  <a:ext uri="{FF2B5EF4-FFF2-40B4-BE49-F238E27FC236}">
                    <a16:creationId xmlns:a16="http://schemas.microsoft.com/office/drawing/2014/main" id="{D01C335C-3BD3-68AA-B093-64E7886BB005}"/>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134647" y="3048734"/>
                <a:ext cx="724922" cy="760531"/>
              </a:xfrm>
              <a:prstGeom prst="rect">
                <a:avLst/>
              </a:prstGeom>
            </p:spPr>
          </p:pic>
        </p:grpSp>
      </p:grpSp>
      <p:sp>
        <p:nvSpPr>
          <p:cNvPr id="3" name="Title 2">
            <a:extLst>
              <a:ext uri="{FF2B5EF4-FFF2-40B4-BE49-F238E27FC236}">
                <a16:creationId xmlns:a16="http://schemas.microsoft.com/office/drawing/2014/main" id="{36C4637E-7099-1CA5-33B9-F8FB24A46F70}"/>
              </a:ext>
            </a:extLst>
          </p:cNvPr>
          <p:cNvSpPr>
            <a:spLocks noGrp="1"/>
          </p:cNvSpPr>
          <p:nvPr>
            <p:ph type="title"/>
          </p:nvPr>
        </p:nvSpPr>
        <p:spPr>
          <a:xfrm>
            <a:off x="178796" y="20594"/>
            <a:ext cx="10651067" cy="738664"/>
          </a:xfrm>
        </p:spPr>
        <p:txBody>
          <a:bodyPr/>
          <a:lstStyle/>
          <a:p>
            <a:r>
              <a:rPr lang="en-US" sz="4800" dirty="0"/>
              <a:t>Step 3: </a:t>
            </a:r>
            <a:r>
              <a:rPr lang="en-US" sz="4800" dirty="0" err="1"/>
              <a:t>prioritisation</a:t>
            </a:r>
            <a:r>
              <a:rPr lang="en-US" sz="4800" dirty="0"/>
              <a:t> </a:t>
            </a:r>
            <a:endParaRPr lang="en-AU" sz="4800" dirty="0"/>
          </a:p>
        </p:txBody>
      </p:sp>
    </p:spTree>
    <p:extLst>
      <p:ext uri="{BB962C8B-B14F-4D97-AF65-F5344CB8AC3E}">
        <p14:creationId xmlns:p14="http://schemas.microsoft.com/office/powerpoint/2010/main" val="271612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ntent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Acknowledgement of Country">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hapter break">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Graphic slides">
  <a:themeElements>
    <a:clrScheme name="University of Sydney 2022_2">
      <a:dk1>
        <a:srgbClr val="000000"/>
      </a:dk1>
      <a:lt1>
        <a:srgbClr val="FFFFFF"/>
      </a:lt1>
      <a:dk2>
        <a:srgbClr val="414141"/>
      </a:dk2>
      <a:lt2>
        <a:srgbClr val="FCEDE2"/>
      </a:lt2>
      <a:accent1>
        <a:srgbClr val="E64626"/>
      </a:accent1>
      <a:accent2>
        <a:srgbClr val="414141"/>
      </a:accent2>
      <a:accent3>
        <a:srgbClr val="71A399"/>
      </a:accent3>
      <a:accent4>
        <a:srgbClr val="DAA8A2"/>
      </a:accent4>
      <a:accent5>
        <a:srgbClr val="8F9EC9"/>
      </a:accent5>
      <a:accent6>
        <a:srgbClr val="1A345E"/>
      </a:accent6>
      <a:hlink>
        <a:srgbClr val="E64626"/>
      </a:hlink>
      <a:folHlink>
        <a:srgbClr val="F051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emplate>usyd-ppt-template-29-june-2023</Template>
  <TotalTime>1297</TotalTime>
  <Words>574</Words>
  <Application>Microsoft Macintosh PowerPoint</Application>
  <PresentationFormat>Widescreen</PresentationFormat>
  <Paragraphs>74</Paragraphs>
  <Slides>11</Slides>
  <Notes>6</Notes>
  <HiddenSlides>2</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11</vt:i4>
      </vt:variant>
    </vt:vector>
  </HeadingPairs>
  <TitlesOfParts>
    <vt:vector size="22" baseType="lpstr">
      <vt:lpstr>Aptos</vt:lpstr>
      <vt:lpstr>Arial</vt:lpstr>
      <vt:lpstr>System Font Regular</vt:lpstr>
      <vt:lpstr>Times</vt:lpstr>
      <vt:lpstr>Times New Roman</vt:lpstr>
      <vt:lpstr>Wingdings</vt:lpstr>
      <vt:lpstr>Content slides</vt:lpstr>
      <vt:lpstr>Title slides</vt:lpstr>
      <vt:lpstr>Acknowledgement of Country</vt:lpstr>
      <vt:lpstr>Chapter break</vt:lpstr>
      <vt:lpstr>Graphic slides</vt:lpstr>
      <vt:lpstr>One Health Workshop Qualitative group</vt:lpstr>
      <vt:lpstr>What are we aiming to do?</vt:lpstr>
      <vt:lpstr>How will we do it?</vt:lpstr>
      <vt:lpstr>Preview of today’s outputs</vt:lpstr>
      <vt:lpstr>Preview of today’s outputs</vt:lpstr>
      <vt:lpstr>Step 1: Discuss the functions of the MSOHC</vt:lpstr>
      <vt:lpstr>PowerPoint Presentation</vt:lpstr>
      <vt:lpstr>Step 2: Identify actions to take and how to take them </vt:lpstr>
      <vt:lpstr>Step 3: prioritisation (30 mins) </vt:lpstr>
      <vt:lpstr>Step 3: prioritisation </vt:lpstr>
      <vt:lpstr>Step 3: prioritisation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Kerrie Wiley</dc:creator>
  <cp:lastModifiedBy>Katie Hampson</cp:lastModifiedBy>
  <cp:revision>6</cp:revision>
  <dcterms:created xsi:type="dcterms:W3CDTF">2025-02-05T04:44:27Z</dcterms:created>
  <dcterms:modified xsi:type="dcterms:W3CDTF">2026-07-08T01:59:08Z</dcterms:modified>
</cp:coreProperties>
</file>